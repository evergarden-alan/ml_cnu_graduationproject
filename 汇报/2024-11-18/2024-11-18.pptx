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 id="270" r:id="rId15"/>
    <p:sldId id="258" r:id="rId1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64"/>
    <p:restoredTop sz="94692"/>
  </p:normalViewPr>
  <p:slideViewPr>
    <p:cSldViewPr snapToGrid="0">
      <p:cViewPr varScale="1">
        <p:scale>
          <a:sx n="146" d="100"/>
          <a:sy n="146" d="100"/>
        </p:scale>
        <p:origin x="656" y="1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FC5B92E-657B-8547-199B-5AA5AA77D812}"/>
              </a:ext>
            </a:extLst>
          </p:cNvPr>
          <p:cNvSpPr>
            <a:spLocks noGrp="1"/>
          </p:cNvSpPr>
          <p:nvPr>
            <p:ph type="ctrTitle"/>
          </p:nvPr>
        </p:nvSpPr>
        <p:spPr>
          <a:xfrm>
            <a:off x="1524000" y="1122363"/>
            <a:ext cx="9144000" cy="2387600"/>
          </a:xfrm>
        </p:spPr>
        <p:txBody>
          <a:bodyPr anchor="b"/>
          <a:lstStyle>
            <a:lvl1pPr algn="ctr">
              <a:defRPr sz="6000"/>
            </a:lvl1pPr>
          </a:lstStyle>
          <a:p>
            <a:r>
              <a:rPr kumimoji="1" lang="zh-CN" altLang="en-US"/>
              <a:t>单击此处编辑母版标题样式</a:t>
            </a:r>
          </a:p>
        </p:txBody>
      </p:sp>
      <p:sp>
        <p:nvSpPr>
          <p:cNvPr id="3" name="副标题 2">
            <a:extLst>
              <a:ext uri="{FF2B5EF4-FFF2-40B4-BE49-F238E27FC236}">
                <a16:creationId xmlns:a16="http://schemas.microsoft.com/office/drawing/2014/main" id="{D1C2872A-9067-F4E8-EB9A-1631E8626B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zh-CN" altLang="en-US"/>
              <a:t>单击此处编辑母版副标题样式</a:t>
            </a:r>
          </a:p>
        </p:txBody>
      </p:sp>
      <p:sp>
        <p:nvSpPr>
          <p:cNvPr id="4" name="日期占位符 3">
            <a:extLst>
              <a:ext uri="{FF2B5EF4-FFF2-40B4-BE49-F238E27FC236}">
                <a16:creationId xmlns:a16="http://schemas.microsoft.com/office/drawing/2014/main" id="{CDC799D6-5D40-07CA-0B7D-CF1DA2C3F3FD}"/>
              </a:ext>
            </a:extLst>
          </p:cNvPr>
          <p:cNvSpPr>
            <a:spLocks noGrp="1"/>
          </p:cNvSpPr>
          <p:nvPr>
            <p:ph type="dt" sz="half" idx="10"/>
          </p:nvPr>
        </p:nvSpPr>
        <p:spPr/>
        <p:txBody>
          <a:bodyPr/>
          <a:lstStyle/>
          <a:p>
            <a:fld id="{22C65973-E004-6D44-A1C0-783D632FBA12}" type="datetimeFigureOut">
              <a:rPr kumimoji="1" lang="zh-CN" altLang="en-US" smtClean="0"/>
              <a:t>2024/11/18</a:t>
            </a:fld>
            <a:endParaRPr kumimoji="1" lang="zh-CN" altLang="en-US"/>
          </a:p>
        </p:txBody>
      </p:sp>
      <p:sp>
        <p:nvSpPr>
          <p:cNvPr id="5" name="页脚占位符 4">
            <a:extLst>
              <a:ext uri="{FF2B5EF4-FFF2-40B4-BE49-F238E27FC236}">
                <a16:creationId xmlns:a16="http://schemas.microsoft.com/office/drawing/2014/main" id="{D1C563A5-7EE4-1436-5507-F816A57FEA96}"/>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4F9333E5-5277-DECB-3088-B07AC763399B}"/>
              </a:ext>
            </a:extLst>
          </p:cNvPr>
          <p:cNvSpPr>
            <a:spLocks noGrp="1"/>
          </p:cNvSpPr>
          <p:nvPr>
            <p:ph type="sldNum" sz="quarter" idx="12"/>
          </p:nvPr>
        </p:nvSpPr>
        <p:spPr/>
        <p:txBody>
          <a:body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11044895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7B2E83-EA0B-4FEB-F157-02F858434497}"/>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FA25BC81-CCED-9861-0329-E94E3ABBE62C}"/>
              </a:ext>
            </a:extLst>
          </p:cNvPr>
          <p:cNvSpPr>
            <a:spLocks noGrp="1"/>
          </p:cNvSpPr>
          <p:nvPr>
            <p:ph idx="1"/>
          </p:nvPr>
        </p:nvSpPr>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066F1711-C41D-707D-0356-4192020775F4}"/>
              </a:ext>
            </a:extLst>
          </p:cNvPr>
          <p:cNvSpPr>
            <a:spLocks noGrp="1"/>
          </p:cNvSpPr>
          <p:nvPr>
            <p:ph type="dt" sz="half" idx="10"/>
          </p:nvPr>
        </p:nvSpPr>
        <p:spPr/>
        <p:txBody>
          <a:bodyPr/>
          <a:lstStyle/>
          <a:p>
            <a:fld id="{22C65973-E004-6D44-A1C0-783D632FBA12}" type="datetimeFigureOut">
              <a:rPr kumimoji="1" lang="zh-CN" altLang="en-US" smtClean="0"/>
              <a:t>2024/11/18</a:t>
            </a:fld>
            <a:endParaRPr kumimoji="1" lang="zh-CN" altLang="en-US"/>
          </a:p>
        </p:txBody>
      </p:sp>
      <p:sp>
        <p:nvSpPr>
          <p:cNvPr id="5" name="页脚占位符 4">
            <a:extLst>
              <a:ext uri="{FF2B5EF4-FFF2-40B4-BE49-F238E27FC236}">
                <a16:creationId xmlns:a16="http://schemas.microsoft.com/office/drawing/2014/main" id="{AE7638F5-000B-5D73-7D7D-4793481A8971}"/>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28E4CEA5-A349-01EC-9FBD-A9758B784413}"/>
              </a:ext>
            </a:extLst>
          </p:cNvPr>
          <p:cNvSpPr>
            <a:spLocks noGrp="1"/>
          </p:cNvSpPr>
          <p:nvPr>
            <p:ph type="sldNum" sz="quarter" idx="12"/>
          </p:nvPr>
        </p:nvSpPr>
        <p:spPr/>
        <p:txBody>
          <a:body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32760868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57F1C8-E935-7CFC-87BE-0DEC02C59E66}"/>
              </a:ext>
            </a:extLst>
          </p:cNvPr>
          <p:cNvSpPr>
            <a:spLocks noGrp="1"/>
          </p:cNvSpPr>
          <p:nvPr>
            <p:ph type="title"/>
          </p:nvPr>
        </p:nvSpPr>
        <p:spPr>
          <a:xfrm>
            <a:off x="831850" y="1709738"/>
            <a:ext cx="10515600" cy="2852737"/>
          </a:xfrm>
        </p:spPr>
        <p:txBody>
          <a:bodyPr anchor="b"/>
          <a:lstStyle>
            <a:lvl1pPr>
              <a:defRPr sz="6000"/>
            </a:lvl1pPr>
          </a:lstStyle>
          <a:p>
            <a:r>
              <a:rPr kumimoji="1" lang="zh-CN" altLang="en-US"/>
              <a:t>单击此处编辑母版标题样式</a:t>
            </a:r>
          </a:p>
        </p:txBody>
      </p:sp>
      <p:sp>
        <p:nvSpPr>
          <p:cNvPr id="3" name="文本占位符 2">
            <a:extLst>
              <a:ext uri="{FF2B5EF4-FFF2-40B4-BE49-F238E27FC236}">
                <a16:creationId xmlns:a16="http://schemas.microsoft.com/office/drawing/2014/main" id="{6E23CE9F-6ECA-1672-A0BA-3D08625F86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zh-CN" altLang="en-US"/>
              <a:t>单击此处编辑母版文本样式</a:t>
            </a:r>
          </a:p>
        </p:txBody>
      </p:sp>
      <p:sp>
        <p:nvSpPr>
          <p:cNvPr id="4" name="日期占位符 3">
            <a:extLst>
              <a:ext uri="{FF2B5EF4-FFF2-40B4-BE49-F238E27FC236}">
                <a16:creationId xmlns:a16="http://schemas.microsoft.com/office/drawing/2014/main" id="{12AF2F09-5A4F-FC3A-D3A5-AACB3BFF6A5B}"/>
              </a:ext>
            </a:extLst>
          </p:cNvPr>
          <p:cNvSpPr>
            <a:spLocks noGrp="1"/>
          </p:cNvSpPr>
          <p:nvPr>
            <p:ph type="dt" sz="half" idx="10"/>
          </p:nvPr>
        </p:nvSpPr>
        <p:spPr/>
        <p:txBody>
          <a:bodyPr/>
          <a:lstStyle/>
          <a:p>
            <a:fld id="{22C65973-E004-6D44-A1C0-783D632FBA12}" type="datetimeFigureOut">
              <a:rPr kumimoji="1" lang="zh-CN" altLang="en-US" smtClean="0"/>
              <a:t>2024/11/18</a:t>
            </a:fld>
            <a:endParaRPr kumimoji="1" lang="zh-CN" altLang="en-US"/>
          </a:p>
        </p:txBody>
      </p:sp>
      <p:sp>
        <p:nvSpPr>
          <p:cNvPr id="5" name="页脚占位符 4">
            <a:extLst>
              <a:ext uri="{FF2B5EF4-FFF2-40B4-BE49-F238E27FC236}">
                <a16:creationId xmlns:a16="http://schemas.microsoft.com/office/drawing/2014/main" id="{5019734C-7FA5-21DA-66BE-CE2126EA2E70}"/>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08DEFC4D-FC0E-7DBE-5F98-E44A9909C2AF}"/>
              </a:ext>
            </a:extLst>
          </p:cNvPr>
          <p:cNvSpPr>
            <a:spLocks noGrp="1"/>
          </p:cNvSpPr>
          <p:nvPr>
            <p:ph type="sldNum" sz="quarter" idx="12"/>
          </p:nvPr>
        </p:nvSpPr>
        <p:spPr/>
        <p:txBody>
          <a:body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3621337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822C9A-6880-1597-6CFC-2E3CB6597AA1}"/>
              </a:ext>
            </a:extLst>
          </p:cNvPr>
          <p:cNvSpPr>
            <a:spLocks noGrp="1"/>
          </p:cNvSpPr>
          <p:nvPr>
            <p:ph type="title"/>
          </p:nvPr>
        </p:nvSpPr>
        <p:spPr/>
        <p:txBody>
          <a:bodyPr/>
          <a:lstStyle/>
          <a:p>
            <a:r>
              <a:rPr kumimoji="1" lang="zh-CN" altLang="en-US"/>
              <a:t>单击此处编辑母版标题样式</a:t>
            </a:r>
          </a:p>
        </p:txBody>
      </p:sp>
      <p:sp>
        <p:nvSpPr>
          <p:cNvPr id="3" name="内容占位符 2">
            <a:extLst>
              <a:ext uri="{FF2B5EF4-FFF2-40B4-BE49-F238E27FC236}">
                <a16:creationId xmlns:a16="http://schemas.microsoft.com/office/drawing/2014/main" id="{C771663F-315B-26C3-CEBD-68CBD6BD3C12}"/>
              </a:ext>
            </a:extLst>
          </p:cNvPr>
          <p:cNvSpPr>
            <a:spLocks noGrp="1"/>
          </p:cNvSpPr>
          <p:nvPr>
            <p:ph sz="half" idx="1"/>
          </p:nvPr>
        </p:nvSpPr>
        <p:spPr>
          <a:xfrm>
            <a:off x="838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内容占位符 3">
            <a:extLst>
              <a:ext uri="{FF2B5EF4-FFF2-40B4-BE49-F238E27FC236}">
                <a16:creationId xmlns:a16="http://schemas.microsoft.com/office/drawing/2014/main" id="{7366A18A-105C-26A6-8F2E-5E4C323C218D}"/>
              </a:ext>
            </a:extLst>
          </p:cNvPr>
          <p:cNvSpPr>
            <a:spLocks noGrp="1"/>
          </p:cNvSpPr>
          <p:nvPr>
            <p:ph sz="half" idx="2"/>
          </p:nvPr>
        </p:nvSpPr>
        <p:spPr>
          <a:xfrm>
            <a:off x="6172200" y="1825625"/>
            <a:ext cx="5181600" cy="435133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日期占位符 4">
            <a:extLst>
              <a:ext uri="{FF2B5EF4-FFF2-40B4-BE49-F238E27FC236}">
                <a16:creationId xmlns:a16="http://schemas.microsoft.com/office/drawing/2014/main" id="{5CAAC182-C0A7-F4C9-CFFD-C51B0AC379BC}"/>
              </a:ext>
            </a:extLst>
          </p:cNvPr>
          <p:cNvSpPr>
            <a:spLocks noGrp="1"/>
          </p:cNvSpPr>
          <p:nvPr>
            <p:ph type="dt" sz="half" idx="10"/>
          </p:nvPr>
        </p:nvSpPr>
        <p:spPr/>
        <p:txBody>
          <a:bodyPr/>
          <a:lstStyle/>
          <a:p>
            <a:fld id="{22C65973-E004-6D44-A1C0-783D632FBA12}" type="datetimeFigureOut">
              <a:rPr kumimoji="1" lang="zh-CN" altLang="en-US" smtClean="0"/>
              <a:t>2024/11/18</a:t>
            </a:fld>
            <a:endParaRPr kumimoji="1" lang="zh-CN" altLang="en-US"/>
          </a:p>
        </p:txBody>
      </p:sp>
      <p:sp>
        <p:nvSpPr>
          <p:cNvPr id="6" name="页脚占位符 5">
            <a:extLst>
              <a:ext uri="{FF2B5EF4-FFF2-40B4-BE49-F238E27FC236}">
                <a16:creationId xmlns:a16="http://schemas.microsoft.com/office/drawing/2014/main" id="{4C99E2A9-7946-B7A1-87B8-03822D928941}"/>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13255147-22C2-568C-C643-BF7D852C23AD}"/>
              </a:ext>
            </a:extLst>
          </p:cNvPr>
          <p:cNvSpPr>
            <a:spLocks noGrp="1"/>
          </p:cNvSpPr>
          <p:nvPr>
            <p:ph type="sldNum" sz="quarter" idx="12"/>
          </p:nvPr>
        </p:nvSpPr>
        <p:spPr/>
        <p:txBody>
          <a:body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125744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A41ABC-53B6-8E78-DED7-88A382261F3B}"/>
              </a:ext>
            </a:extLst>
          </p:cNvPr>
          <p:cNvSpPr>
            <a:spLocks noGrp="1"/>
          </p:cNvSpPr>
          <p:nvPr>
            <p:ph type="title"/>
          </p:nvPr>
        </p:nvSpPr>
        <p:spPr>
          <a:xfrm>
            <a:off x="839788" y="365125"/>
            <a:ext cx="10515600" cy="1325563"/>
          </a:xfrm>
        </p:spPr>
        <p:txBody>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9BEFC5A3-61DC-7E4D-82A7-8100E015CAC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4" name="内容占位符 3">
            <a:extLst>
              <a:ext uri="{FF2B5EF4-FFF2-40B4-BE49-F238E27FC236}">
                <a16:creationId xmlns:a16="http://schemas.microsoft.com/office/drawing/2014/main" id="{7DF90A4A-467D-19EE-78A6-7271136C24EA}"/>
              </a:ext>
            </a:extLst>
          </p:cNvPr>
          <p:cNvSpPr>
            <a:spLocks noGrp="1"/>
          </p:cNvSpPr>
          <p:nvPr>
            <p:ph sz="half" idx="2"/>
          </p:nvPr>
        </p:nvSpPr>
        <p:spPr>
          <a:xfrm>
            <a:off x="839788" y="2505075"/>
            <a:ext cx="5157787"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5" name="文本占位符 4">
            <a:extLst>
              <a:ext uri="{FF2B5EF4-FFF2-40B4-BE49-F238E27FC236}">
                <a16:creationId xmlns:a16="http://schemas.microsoft.com/office/drawing/2014/main" id="{9CC2B136-94D6-B297-6565-01DA827DCF4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zh-CN" altLang="en-US"/>
              <a:t>单击此处编辑母版文本样式</a:t>
            </a:r>
          </a:p>
        </p:txBody>
      </p:sp>
      <p:sp>
        <p:nvSpPr>
          <p:cNvPr id="6" name="内容占位符 5">
            <a:extLst>
              <a:ext uri="{FF2B5EF4-FFF2-40B4-BE49-F238E27FC236}">
                <a16:creationId xmlns:a16="http://schemas.microsoft.com/office/drawing/2014/main" id="{7DA0587A-5085-5841-FFFB-2C94078BD0E4}"/>
              </a:ext>
            </a:extLst>
          </p:cNvPr>
          <p:cNvSpPr>
            <a:spLocks noGrp="1"/>
          </p:cNvSpPr>
          <p:nvPr>
            <p:ph sz="quarter" idx="4"/>
          </p:nvPr>
        </p:nvSpPr>
        <p:spPr>
          <a:xfrm>
            <a:off x="6172200" y="2505075"/>
            <a:ext cx="5183188" cy="3684588"/>
          </a:xfrm>
        </p:spPr>
        <p:txBody>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7" name="日期占位符 6">
            <a:extLst>
              <a:ext uri="{FF2B5EF4-FFF2-40B4-BE49-F238E27FC236}">
                <a16:creationId xmlns:a16="http://schemas.microsoft.com/office/drawing/2014/main" id="{243B3965-D58E-5868-7A11-45F113E761B3}"/>
              </a:ext>
            </a:extLst>
          </p:cNvPr>
          <p:cNvSpPr>
            <a:spLocks noGrp="1"/>
          </p:cNvSpPr>
          <p:nvPr>
            <p:ph type="dt" sz="half" idx="10"/>
          </p:nvPr>
        </p:nvSpPr>
        <p:spPr/>
        <p:txBody>
          <a:bodyPr/>
          <a:lstStyle/>
          <a:p>
            <a:fld id="{22C65973-E004-6D44-A1C0-783D632FBA12}" type="datetimeFigureOut">
              <a:rPr kumimoji="1" lang="zh-CN" altLang="en-US" smtClean="0"/>
              <a:t>2024/11/18</a:t>
            </a:fld>
            <a:endParaRPr kumimoji="1" lang="zh-CN" altLang="en-US"/>
          </a:p>
        </p:txBody>
      </p:sp>
      <p:sp>
        <p:nvSpPr>
          <p:cNvPr id="8" name="页脚占位符 7">
            <a:extLst>
              <a:ext uri="{FF2B5EF4-FFF2-40B4-BE49-F238E27FC236}">
                <a16:creationId xmlns:a16="http://schemas.microsoft.com/office/drawing/2014/main" id="{575467D1-5E42-FCCC-9196-6C03992B068E}"/>
              </a:ext>
            </a:extLst>
          </p:cNvPr>
          <p:cNvSpPr>
            <a:spLocks noGrp="1"/>
          </p:cNvSpPr>
          <p:nvPr>
            <p:ph type="ftr" sz="quarter" idx="11"/>
          </p:nvPr>
        </p:nvSpPr>
        <p:spPr/>
        <p:txBody>
          <a:bodyPr/>
          <a:lstStyle/>
          <a:p>
            <a:endParaRPr kumimoji="1" lang="zh-CN" altLang="en-US"/>
          </a:p>
        </p:txBody>
      </p:sp>
      <p:sp>
        <p:nvSpPr>
          <p:cNvPr id="9" name="灯片编号占位符 8">
            <a:extLst>
              <a:ext uri="{FF2B5EF4-FFF2-40B4-BE49-F238E27FC236}">
                <a16:creationId xmlns:a16="http://schemas.microsoft.com/office/drawing/2014/main" id="{570B67C8-CDC1-FCB6-74EC-ED1F9E87E66C}"/>
              </a:ext>
            </a:extLst>
          </p:cNvPr>
          <p:cNvSpPr>
            <a:spLocks noGrp="1"/>
          </p:cNvSpPr>
          <p:nvPr>
            <p:ph type="sldNum" sz="quarter" idx="12"/>
          </p:nvPr>
        </p:nvSpPr>
        <p:spPr/>
        <p:txBody>
          <a:body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7400259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3001DC4-5802-ADFD-E535-780840C7F1B8}"/>
              </a:ext>
            </a:extLst>
          </p:cNvPr>
          <p:cNvSpPr>
            <a:spLocks noGrp="1"/>
          </p:cNvSpPr>
          <p:nvPr>
            <p:ph type="title"/>
          </p:nvPr>
        </p:nvSpPr>
        <p:spPr/>
        <p:txBody>
          <a:bodyPr/>
          <a:lstStyle/>
          <a:p>
            <a:r>
              <a:rPr kumimoji="1" lang="zh-CN" altLang="en-US"/>
              <a:t>单击此处编辑母版标题样式</a:t>
            </a:r>
          </a:p>
        </p:txBody>
      </p:sp>
      <p:sp>
        <p:nvSpPr>
          <p:cNvPr id="3" name="日期占位符 2">
            <a:extLst>
              <a:ext uri="{FF2B5EF4-FFF2-40B4-BE49-F238E27FC236}">
                <a16:creationId xmlns:a16="http://schemas.microsoft.com/office/drawing/2014/main" id="{D47C18FC-CDE2-A0DC-1BAC-B2686424BEA1}"/>
              </a:ext>
            </a:extLst>
          </p:cNvPr>
          <p:cNvSpPr>
            <a:spLocks noGrp="1"/>
          </p:cNvSpPr>
          <p:nvPr>
            <p:ph type="dt" sz="half" idx="10"/>
          </p:nvPr>
        </p:nvSpPr>
        <p:spPr/>
        <p:txBody>
          <a:bodyPr/>
          <a:lstStyle/>
          <a:p>
            <a:fld id="{22C65973-E004-6D44-A1C0-783D632FBA12}" type="datetimeFigureOut">
              <a:rPr kumimoji="1" lang="zh-CN" altLang="en-US" smtClean="0"/>
              <a:t>2024/11/18</a:t>
            </a:fld>
            <a:endParaRPr kumimoji="1" lang="zh-CN" altLang="en-US"/>
          </a:p>
        </p:txBody>
      </p:sp>
      <p:sp>
        <p:nvSpPr>
          <p:cNvPr id="4" name="页脚占位符 3">
            <a:extLst>
              <a:ext uri="{FF2B5EF4-FFF2-40B4-BE49-F238E27FC236}">
                <a16:creationId xmlns:a16="http://schemas.microsoft.com/office/drawing/2014/main" id="{2A1AAD22-0F59-C552-206A-785C9B791C58}"/>
              </a:ext>
            </a:extLst>
          </p:cNvPr>
          <p:cNvSpPr>
            <a:spLocks noGrp="1"/>
          </p:cNvSpPr>
          <p:nvPr>
            <p:ph type="ftr" sz="quarter" idx="11"/>
          </p:nvPr>
        </p:nvSpPr>
        <p:spPr/>
        <p:txBody>
          <a:bodyPr/>
          <a:lstStyle/>
          <a:p>
            <a:endParaRPr kumimoji="1" lang="zh-CN" altLang="en-US"/>
          </a:p>
        </p:txBody>
      </p:sp>
      <p:sp>
        <p:nvSpPr>
          <p:cNvPr id="5" name="灯片编号占位符 4">
            <a:extLst>
              <a:ext uri="{FF2B5EF4-FFF2-40B4-BE49-F238E27FC236}">
                <a16:creationId xmlns:a16="http://schemas.microsoft.com/office/drawing/2014/main" id="{84B2F77C-866B-CE31-3D5E-E2CB41A4DC46}"/>
              </a:ext>
            </a:extLst>
          </p:cNvPr>
          <p:cNvSpPr>
            <a:spLocks noGrp="1"/>
          </p:cNvSpPr>
          <p:nvPr>
            <p:ph type="sldNum" sz="quarter" idx="12"/>
          </p:nvPr>
        </p:nvSpPr>
        <p:spPr/>
        <p:txBody>
          <a:body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29272619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4AD3763-CC01-F6EF-2DA7-D9BA07542C74}"/>
              </a:ext>
            </a:extLst>
          </p:cNvPr>
          <p:cNvSpPr>
            <a:spLocks noGrp="1"/>
          </p:cNvSpPr>
          <p:nvPr>
            <p:ph type="dt" sz="half" idx="10"/>
          </p:nvPr>
        </p:nvSpPr>
        <p:spPr/>
        <p:txBody>
          <a:bodyPr/>
          <a:lstStyle/>
          <a:p>
            <a:fld id="{22C65973-E004-6D44-A1C0-783D632FBA12}" type="datetimeFigureOut">
              <a:rPr kumimoji="1" lang="zh-CN" altLang="en-US" smtClean="0"/>
              <a:t>2024/11/18</a:t>
            </a:fld>
            <a:endParaRPr kumimoji="1" lang="zh-CN" altLang="en-US"/>
          </a:p>
        </p:txBody>
      </p:sp>
      <p:sp>
        <p:nvSpPr>
          <p:cNvPr id="3" name="页脚占位符 2">
            <a:extLst>
              <a:ext uri="{FF2B5EF4-FFF2-40B4-BE49-F238E27FC236}">
                <a16:creationId xmlns:a16="http://schemas.microsoft.com/office/drawing/2014/main" id="{1D13A928-97FC-9BDE-7148-1ED6E177DBB8}"/>
              </a:ext>
            </a:extLst>
          </p:cNvPr>
          <p:cNvSpPr>
            <a:spLocks noGrp="1"/>
          </p:cNvSpPr>
          <p:nvPr>
            <p:ph type="ftr" sz="quarter" idx="11"/>
          </p:nvPr>
        </p:nvSpPr>
        <p:spPr/>
        <p:txBody>
          <a:bodyPr/>
          <a:lstStyle/>
          <a:p>
            <a:endParaRPr kumimoji="1" lang="zh-CN" altLang="en-US"/>
          </a:p>
        </p:txBody>
      </p:sp>
      <p:sp>
        <p:nvSpPr>
          <p:cNvPr id="4" name="灯片编号占位符 3">
            <a:extLst>
              <a:ext uri="{FF2B5EF4-FFF2-40B4-BE49-F238E27FC236}">
                <a16:creationId xmlns:a16="http://schemas.microsoft.com/office/drawing/2014/main" id="{D927B7E6-1B07-F60F-E44D-88E25309E27D}"/>
              </a:ext>
            </a:extLst>
          </p:cNvPr>
          <p:cNvSpPr>
            <a:spLocks noGrp="1"/>
          </p:cNvSpPr>
          <p:nvPr>
            <p:ph type="sldNum" sz="quarter" idx="12"/>
          </p:nvPr>
        </p:nvSpPr>
        <p:spPr/>
        <p:txBody>
          <a:body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31887102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520A2CE-A230-353C-E50B-8EF220B7AEEC}"/>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内容占位符 2">
            <a:extLst>
              <a:ext uri="{FF2B5EF4-FFF2-40B4-BE49-F238E27FC236}">
                <a16:creationId xmlns:a16="http://schemas.microsoft.com/office/drawing/2014/main" id="{25535F8C-AFC1-EEC5-E620-A333899B15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文本占位符 3">
            <a:extLst>
              <a:ext uri="{FF2B5EF4-FFF2-40B4-BE49-F238E27FC236}">
                <a16:creationId xmlns:a16="http://schemas.microsoft.com/office/drawing/2014/main" id="{E98CBFB4-40AE-2340-897E-5F852DCD8F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C57C6C9C-F615-D1F7-622F-447F6ACA5401}"/>
              </a:ext>
            </a:extLst>
          </p:cNvPr>
          <p:cNvSpPr>
            <a:spLocks noGrp="1"/>
          </p:cNvSpPr>
          <p:nvPr>
            <p:ph type="dt" sz="half" idx="10"/>
          </p:nvPr>
        </p:nvSpPr>
        <p:spPr/>
        <p:txBody>
          <a:bodyPr/>
          <a:lstStyle/>
          <a:p>
            <a:fld id="{22C65973-E004-6D44-A1C0-783D632FBA12}" type="datetimeFigureOut">
              <a:rPr kumimoji="1" lang="zh-CN" altLang="en-US" smtClean="0"/>
              <a:t>2024/11/18</a:t>
            </a:fld>
            <a:endParaRPr kumimoji="1" lang="zh-CN" altLang="en-US"/>
          </a:p>
        </p:txBody>
      </p:sp>
      <p:sp>
        <p:nvSpPr>
          <p:cNvPr id="6" name="页脚占位符 5">
            <a:extLst>
              <a:ext uri="{FF2B5EF4-FFF2-40B4-BE49-F238E27FC236}">
                <a16:creationId xmlns:a16="http://schemas.microsoft.com/office/drawing/2014/main" id="{390F7EDF-BC21-FABA-ED75-22AA82144D7B}"/>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AEAAD413-72AD-AB5E-B7F7-92061C41BBB1}"/>
              </a:ext>
            </a:extLst>
          </p:cNvPr>
          <p:cNvSpPr>
            <a:spLocks noGrp="1"/>
          </p:cNvSpPr>
          <p:nvPr>
            <p:ph type="sldNum" sz="quarter" idx="12"/>
          </p:nvPr>
        </p:nvSpPr>
        <p:spPr/>
        <p:txBody>
          <a:body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2672821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80F8BF-1E57-BFF0-386C-250A50762A6A}"/>
              </a:ext>
            </a:extLst>
          </p:cNvPr>
          <p:cNvSpPr>
            <a:spLocks noGrp="1"/>
          </p:cNvSpPr>
          <p:nvPr>
            <p:ph type="title"/>
          </p:nvPr>
        </p:nvSpPr>
        <p:spPr>
          <a:xfrm>
            <a:off x="839788" y="457200"/>
            <a:ext cx="3932237" cy="1600200"/>
          </a:xfrm>
        </p:spPr>
        <p:txBody>
          <a:bodyPr anchor="b"/>
          <a:lstStyle>
            <a:lvl1pPr>
              <a:defRPr sz="3200"/>
            </a:lvl1pPr>
          </a:lstStyle>
          <a:p>
            <a:r>
              <a:rPr kumimoji="1" lang="zh-CN" altLang="en-US"/>
              <a:t>单击此处编辑母版标题样式</a:t>
            </a:r>
          </a:p>
        </p:txBody>
      </p:sp>
      <p:sp>
        <p:nvSpPr>
          <p:cNvPr id="3" name="图片占位符 2">
            <a:extLst>
              <a:ext uri="{FF2B5EF4-FFF2-40B4-BE49-F238E27FC236}">
                <a16:creationId xmlns:a16="http://schemas.microsoft.com/office/drawing/2014/main" id="{9251A9D5-FCF7-539C-768C-4AFF9DA8F75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zh-CN" altLang="en-US"/>
          </a:p>
        </p:txBody>
      </p:sp>
      <p:sp>
        <p:nvSpPr>
          <p:cNvPr id="4" name="文本占位符 3">
            <a:extLst>
              <a:ext uri="{FF2B5EF4-FFF2-40B4-BE49-F238E27FC236}">
                <a16:creationId xmlns:a16="http://schemas.microsoft.com/office/drawing/2014/main" id="{0193A50F-D6C4-67D8-5164-FF8FC41F6C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zh-CN" altLang="en-US"/>
              <a:t>单击此处编辑母版文本样式</a:t>
            </a:r>
          </a:p>
        </p:txBody>
      </p:sp>
      <p:sp>
        <p:nvSpPr>
          <p:cNvPr id="5" name="日期占位符 4">
            <a:extLst>
              <a:ext uri="{FF2B5EF4-FFF2-40B4-BE49-F238E27FC236}">
                <a16:creationId xmlns:a16="http://schemas.microsoft.com/office/drawing/2014/main" id="{A53BEE98-B2A5-263B-8069-C190B491AC29}"/>
              </a:ext>
            </a:extLst>
          </p:cNvPr>
          <p:cNvSpPr>
            <a:spLocks noGrp="1"/>
          </p:cNvSpPr>
          <p:nvPr>
            <p:ph type="dt" sz="half" idx="10"/>
          </p:nvPr>
        </p:nvSpPr>
        <p:spPr/>
        <p:txBody>
          <a:bodyPr/>
          <a:lstStyle/>
          <a:p>
            <a:fld id="{22C65973-E004-6D44-A1C0-783D632FBA12}" type="datetimeFigureOut">
              <a:rPr kumimoji="1" lang="zh-CN" altLang="en-US" smtClean="0"/>
              <a:t>2024/11/18</a:t>
            </a:fld>
            <a:endParaRPr kumimoji="1" lang="zh-CN" altLang="en-US"/>
          </a:p>
        </p:txBody>
      </p:sp>
      <p:sp>
        <p:nvSpPr>
          <p:cNvPr id="6" name="页脚占位符 5">
            <a:extLst>
              <a:ext uri="{FF2B5EF4-FFF2-40B4-BE49-F238E27FC236}">
                <a16:creationId xmlns:a16="http://schemas.microsoft.com/office/drawing/2014/main" id="{1D415FB4-6F25-AF79-FF0D-CF6428EB4255}"/>
              </a:ext>
            </a:extLst>
          </p:cNvPr>
          <p:cNvSpPr>
            <a:spLocks noGrp="1"/>
          </p:cNvSpPr>
          <p:nvPr>
            <p:ph type="ftr" sz="quarter" idx="11"/>
          </p:nvPr>
        </p:nvSpPr>
        <p:spPr/>
        <p:txBody>
          <a:bodyPr/>
          <a:lstStyle/>
          <a:p>
            <a:endParaRPr kumimoji="1" lang="zh-CN" altLang="en-US"/>
          </a:p>
        </p:txBody>
      </p:sp>
      <p:sp>
        <p:nvSpPr>
          <p:cNvPr id="7" name="灯片编号占位符 6">
            <a:extLst>
              <a:ext uri="{FF2B5EF4-FFF2-40B4-BE49-F238E27FC236}">
                <a16:creationId xmlns:a16="http://schemas.microsoft.com/office/drawing/2014/main" id="{EBEB0E1B-F401-6135-9A53-62D0751457F5}"/>
              </a:ext>
            </a:extLst>
          </p:cNvPr>
          <p:cNvSpPr>
            <a:spLocks noGrp="1"/>
          </p:cNvSpPr>
          <p:nvPr>
            <p:ph type="sldNum" sz="quarter" idx="12"/>
          </p:nvPr>
        </p:nvSpPr>
        <p:spPr/>
        <p:txBody>
          <a:body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29695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808FEE-F76F-7CE8-D5BB-D4865336F116}"/>
              </a:ext>
            </a:extLst>
          </p:cNvPr>
          <p:cNvSpPr>
            <a:spLocks noGrp="1"/>
          </p:cNvSpPr>
          <p:nvPr>
            <p:ph type="title"/>
          </p:nvPr>
        </p:nvSpPr>
        <p:spPr/>
        <p:txBody>
          <a:bodyPr/>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EDE83E2D-27E1-C46B-8776-0AC3AA2DA4CA}"/>
              </a:ext>
            </a:extLst>
          </p:cNvPr>
          <p:cNvSpPr>
            <a:spLocks noGrp="1"/>
          </p:cNvSpPr>
          <p:nvPr>
            <p:ph type="body" orient="vert" idx="1"/>
          </p:nvPr>
        </p:nvSpPr>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CE5AF820-9035-22FE-9284-288074032F98}"/>
              </a:ext>
            </a:extLst>
          </p:cNvPr>
          <p:cNvSpPr>
            <a:spLocks noGrp="1"/>
          </p:cNvSpPr>
          <p:nvPr>
            <p:ph type="dt" sz="half" idx="10"/>
          </p:nvPr>
        </p:nvSpPr>
        <p:spPr/>
        <p:txBody>
          <a:bodyPr/>
          <a:lstStyle/>
          <a:p>
            <a:fld id="{22C65973-E004-6D44-A1C0-783D632FBA12}" type="datetimeFigureOut">
              <a:rPr kumimoji="1" lang="zh-CN" altLang="en-US" smtClean="0"/>
              <a:t>2024/11/18</a:t>
            </a:fld>
            <a:endParaRPr kumimoji="1" lang="zh-CN" altLang="en-US"/>
          </a:p>
        </p:txBody>
      </p:sp>
      <p:sp>
        <p:nvSpPr>
          <p:cNvPr id="5" name="页脚占位符 4">
            <a:extLst>
              <a:ext uri="{FF2B5EF4-FFF2-40B4-BE49-F238E27FC236}">
                <a16:creationId xmlns:a16="http://schemas.microsoft.com/office/drawing/2014/main" id="{8535513F-1699-0167-2663-5518BED60E5A}"/>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ADFFFED5-5929-57B6-1A7E-4B2E507CEDA7}"/>
              </a:ext>
            </a:extLst>
          </p:cNvPr>
          <p:cNvSpPr>
            <a:spLocks noGrp="1"/>
          </p:cNvSpPr>
          <p:nvPr>
            <p:ph type="sldNum" sz="quarter" idx="12"/>
          </p:nvPr>
        </p:nvSpPr>
        <p:spPr/>
        <p:txBody>
          <a:body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2863453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A4EEC61-16C6-E9B0-2108-8B706AB04B31}"/>
              </a:ext>
            </a:extLst>
          </p:cNvPr>
          <p:cNvSpPr>
            <a:spLocks noGrp="1"/>
          </p:cNvSpPr>
          <p:nvPr>
            <p:ph type="title" orient="vert"/>
          </p:nvPr>
        </p:nvSpPr>
        <p:spPr>
          <a:xfrm>
            <a:off x="8724900" y="365125"/>
            <a:ext cx="2628900" cy="5811838"/>
          </a:xfrm>
        </p:spPr>
        <p:txBody>
          <a:bodyPr vert="eaVert"/>
          <a:lstStyle/>
          <a:p>
            <a:r>
              <a:rPr kumimoji="1" lang="zh-CN" altLang="en-US"/>
              <a:t>单击此处编辑母版标题样式</a:t>
            </a:r>
          </a:p>
        </p:txBody>
      </p:sp>
      <p:sp>
        <p:nvSpPr>
          <p:cNvPr id="3" name="竖排文字占位符 2">
            <a:extLst>
              <a:ext uri="{FF2B5EF4-FFF2-40B4-BE49-F238E27FC236}">
                <a16:creationId xmlns:a16="http://schemas.microsoft.com/office/drawing/2014/main" id="{B101551C-893A-907A-6C95-5128928F32C9}"/>
              </a:ext>
            </a:extLst>
          </p:cNvPr>
          <p:cNvSpPr>
            <a:spLocks noGrp="1"/>
          </p:cNvSpPr>
          <p:nvPr>
            <p:ph type="body" orient="vert" idx="1"/>
          </p:nvPr>
        </p:nvSpPr>
        <p:spPr>
          <a:xfrm>
            <a:off x="838200" y="365125"/>
            <a:ext cx="7734300" cy="5811838"/>
          </a:xfrm>
        </p:spPr>
        <p:txBody>
          <a:bodyPr vert="eaVert"/>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90FFDD29-A330-7E9C-2AD9-822CE640E6B5}"/>
              </a:ext>
            </a:extLst>
          </p:cNvPr>
          <p:cNvSpPr>
            <a:spLocks noGrp="1"/>
          </p:cNvSpPr>
          <p:nvPr>
            <p:ph type="dt" sz="half" idx="10"/>
          </p:nvPr>
        </p:nvSpPr>
        <p:spPr/>
        <p:txBody>
          <a:bodyPr/>
          <a:lstStyle/>
          <a:p>
            <a:fld id="{22C65973-E004-6D44-A1C0-783D632FBA12}" type="datetimeFigureOut">
              <a:rPr kumimoji="1" lang="zh-CN" altLang="en-US" smtClean="0"/>
              <a:t>2024/11/18</a:t>
            </a:fld>
            <a:endParaRPr kumimoji="1" lang="zh-CN" altLang="en-US"/>
          </a:p>
        </p:txBody>
      </p:sp>
      <p:sp>
        <p:nvSpPr>
          <p:cNvPr id="5" name="页脚占位符 4">
            <a:extLst>
              <a:ext uri="{FF2B5EF4-FFF2-40B4-BE49-F238E27FC236}">
                <a16:creationId xmlns:a16="http://schemas.microsoft.com/office/drawing/2014/main" id="{0A2B5B27-1871-FD73-B2F6-978A583A4372}"/>
              </a:ext>
            </a:extLst>
          </p:cNvPr>
          <p:cNvSpPr>
            <a:spLocks noGrp="1"/>
          </p:cNvSpPr>
          <p:nvPr>
            <p:ph type="ftr" sz="quarter" idx="11"/>
          </p:nvPr>
        </p:nvSpPr>
        <p:spPr/>
        <p:txBody>
          <a:bodyPr/>
          <a:lstStyle/>
          <a:p>
            <a:endParaRPr kumimoji="1" lang="zh-CN" altLang="en-US"/>
          </a:p>
        </p:txBody>
      </p:sp>
      <p:sp>
        <p:nvSpPr>
          <p:cNvPr id="6" name="灯片编号占位符 5">
            <a:extLst>
              <a:ext uri="{FF2B5EF4-FFF2-40B4-BE49-F238E27FC236}">
                <a16:creationId xmlns:a16="http://schemas.microsoft.com/office/drawing/2014/main" id="{E6D21EC9-894B-3BB2-1EB1-C0D18E638720}"/>
              </a:ext>
            </a:extLst>
          </p:cNvPr>
          <p:cNvSpPr>
            <a:spLocks noGrp="1"/>
          </p:cNvSpPr>
          <p:nvPr>
            <p:ph type="sldNum" sz="quarter" idx="12"/>
          </p:nvPr>
        </p:nvSpPr>
        <p:spPr/>
        <p:txBody>
          <a:body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7196443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631F5ED7-C3B9-346F-FE27-C043C71C83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a:extLst>
              <a:ext uri="{FF2B5EF4-FFF2-40B4-BE49-F238E27FC236}">
                <a16:creationId xmlns:a16="http://schemas.microsoft.com/office/drawing/2014/main" id="{E9073F61-15E5-9F90-CAD9-0110C6F8C0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a:extLst>
              <a:ext uri="{FF2B5EF4-FFF2-40B4-BE49-F238E27FC236}">
                <a16:creationId xmlns:a16="http://schemas.microsoft.com/office/drawing/2014/main" id="{EAFCAAFC-D453-17DB-E994-E9715D6FA7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C65973-E004-6D44-A1C0-783D632FBA12}" type="datetimeFigureOut">
              <a:rPr kumimoji="1" lang="zh-CN" altLang="en-US" smtClean="0"/>
              <a:t>2024/11/18</a:t>
            </a:fld>
            <a:endParaRPr kumimoji="1" lang="zh-CN" altLang="en-US"/>
          </a:p>
        </p:txBody>
      </p:sp>
      <p:sp>
        <p:nvSpPr>
          <p:cNvPr id="5" name="页脚占位符 4">
            <a:extLst>
              <a:ext uri="{FF2B5EF4-FFF2-40B4-BE49-F238E27FC236}">
                <a16:creationId xmlns:a16="http://schemas.microsoft.com/office/drawing/2014/main" id="{BE6472E6-58C5-1819-E9D6-002F237F8F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a:extLst>
              <a:ext uri="{FF2B5EF4-FFF2-40B4-BE49-F238E27FC236}">
                <a16:creationId xmlns:a16="http://schemas.microsoft.com/office/drawing/2014/main" id="{0F17ED14-A4D6-2180-E5B1-DAFBF2D121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BF3F50-324F-6B48-86FD-AA7A3BFAB3D3}" type="slidenum">
              <a:rPr kumimoji="1" lang="zh-CN" altLang="en-US" smtClean="0"/>
              <a:t>‹#›</a:t>
            </a:fld>
            <a:endParaRPr kumimoji="1" lang="zh-CN" altLang="en-US"/>
          </a:p>
        </p:txBody>
      </p:sp>
    </p:spTree>
    <p:extLst>
      <p:ext uri="{BB962C8B-B14F-4D97-AF65-F5344CB8AC3E}">
        <p14:creationId xmlns:p14="http://schemas.microsoft.com/office/powerpoint/2010/main" val="258859184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62FE560-FA63-E0F3-290F-4EA38F69004F}"/>
              </a:ext>
            </a:extLst>
          </p:cNvPr>
          <p:cNvSpPr>
            <a:spLocks noGrp="1"/>
          </p:cNvSpPr>
          <p:nvPr>
            <p:ph type="ctrTitle"/>
          </p:nvPr>
        </p:nvSpPr>
        <p:spPr/>
        <p:txBody>
          <a:bodyPr>
            <a:normAutofit/>
          </a:bodyPr>
          <a:lstStyle/>
          <a:p>
            <a:r>
              <a:rPr kumimoji="1" lang="zh-CN" altLang="en-US" sz="4800" dirty="0"/>
              <a:t>数据集内容及处理过程中的问题</a:t>
            </a:r>
          </a:p>
        </p:txBody>
      </p:sp>
      <p:sp>
        <p:nvSpPr>
          <p:cNvPr id="3" name="副标题 2">
            <a:extLst>
              <a:ext uri="{FF2B5EF4-FFF2-40B4-BE49-F238E27FC236}">
                <a16:creationId xmlns:a16="http://schemas.microsoft.com/office/drawing/2014/main" id="{F460D47B-268A-BCF0-3268-2484443E2967}"/>
              </a:ext>
            </a:extLst>
          </p:cNvPr>
          <p:cNvSpPr>
            <a:spLocks noGrp="1"/>
          </p:cNvSpPr>
          <p:nvPr>
            <p:ph type="subTitle" idx="1"/>
          </p:nvPr>
        </p:nvSpPr>
        <p:spPr/>
        <p:txBody>
          <a:bodyPr/>
          <a:lstStyle/>
          <a:p>
            <a:pPr algn="r"/>
            <a:r>
              <a:rPr kumimoji="1" lang="en-US" altLang="zh-CN" dirty="0"/>
              <a:t>2024-11-18</a:t>
            </a:r>
            <a:r>
              <a:rPr kumimoji="1" lang="zh-CN" altLang="en-US" dirty="0"/>
              <a:t>汇报</a:t>
            </a:r>
          </a:p>
        </p:txBody>
      </p:sp>
    </p:spTree>
    <p:extLst>
      <p:ext uri="{BB962C8B-B14F-4D97-AF65-F5344CB8AC3E}">
        <p14:creationId xmlns:p14="http://schemas.microsoft.com/office/powerpoint/2010/main" val="4289980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BB663F-78CA-1CF0-C0C8-2CC7AFD0978A}"/>
              </a:ext>
            </a:extLst>
          </p:cNvPr>
          <p:cNvSpPr>
            <a:spLocks noGrp="1"/>
          </p:cNvSpPr>
          <p:nvPr>
            <p:ph type="title"/>
          </p:nvPr>
        </p:nvSpPr>
        <p:spPr/>
        <p:txBody>
          <a:bodyPr/>
          <a:lstStyle/>
          <a:p>
            <a:r>
              <a:rPr kumimoji="1" lang="zh-CN" altLang="en-US" dirty="0"/>
              <a:t>数据集来源及组成</a:t>
            </a:r>
          </a:p>
        </p:txBody>
      </p:sp>
      <p:sp>
        <p:nvSpPr>
          <p:cNvPr id="3" name="内容占位符 2">
            <a:extLst>
              <a:ext uri="{FF2B5EF4-FFF2-40B4-BE49-F238E27FC236}">
                <a16:creationId xmlns:a16="http://schemas.microsoft.com/office/drawing/2014/main" id="{23B56116-E94B-FA07-7B9A-41A7EACEE1EE}"/>
              </a:ext>
            </a:extLst>
          </p:cNvPr>
          <p:cNvSpPr>
            <a:spLocks noGrp="1"/>
          </p:cNvSpPr>
          <p:nvPr>
            <p:ph idx="1"/>
          </p:nvPr>
        </p:nvSpPr>
        <p:spPr>
          <a:xfrm>
            <a:off x="838200" y="1843043"/>
            <a:ext cx="10515600" cy="4351338"/>
          </a:xfrm>
        </p:spPr>
        <p:txBody>
          <a:bodyPr/>
          <a:lstStyle/>
          <a:p>
            <a:r>
              <a:rPr kumimoji="1" lang="zh-CN" altLang="en-US" dirty="0"/>
              <a:t>来源：</a:t>
            </a:r>
            <a:r>
              <a:rPr kumimoji="1" lang="en" altLang="zh-CN" dirty="0"/>
              <a:t>CVE-2017-0199</a:t>
            </a:r>
            <a:r>
              <a:rPr kumimoji="1" lang="zh-CN" altLang="en-US" dirty="0"/>
              <a:t>，该漏洞允许恶意行为者当用户打开包含嵌入式漏洞的文档时下载并执行包含 </a:t>
            </a:r>
            <a:r>
              <a:rPr kumimoji="1" lang="en" altLang="zh-CN" dirty="0"/>
              <a:t>PowerShell </a:t>
            </a:r>
            <a:r>
              <a:rPr kumimoji="1" lang="zh-CN" altLang="en-US" dirty="0"/>
              <a:t>命令的 </a:t>
            </a:r>
            <a:r>
              <a:rPr kumimoji="1" lang="en" altLang="zh-CN" dirty="0"/>
              <a:t>Visual Basic </a:t>
            </a:r>
            <a:r>
              <a:rPr kumimoji="1" lang="zh-CN" altLang="en-US" dirty="0"/>
              <a:t>脚本。</a:t>
            </a:r>
            <a:endParaRPr kumimoji="1" lang="en-US" altLang="zh-CN" dirty="0"/>
          </a:p>
          <a:p>
            <a:r>
              <a:rPr kumimoji="1" lang="zh-CN" altLang="en-US" dirty="0"/>
              <a:t>内容组成：由于</a:t>
            </a:r>
            <a:r>
              <a:rPr lang="zh-CN" altLang="en-US" b="0" i="0" u="none" strike="noStrike" dirty="0">
                <a:solidFill>
                  <a:srgbClr val="000000"/>
                </a:solidFill>
                <a:effectLst/>
                <a:latin typeface="Arial" panose="020B0604020202020204" pitchFamily="34" charset="0"/>
              </a:rPr>
              <a:t>攻击调查通常从收集来自审计日志的攻击数据开始，例如系统事件、</a:t>
            </a:r>
            <a:r>
              <a:rPr lang="en" altLang="zh-CN" i="0" u="none" strike="noStrike" dirty="0">
                <a:solidFill>
                  <a:srgbClr val="000000"/>
                </a:solidFill>
                <a:effectLst/>
                <a:latin typeface="Arial" panose="020B0604020202020204" pitchFamily="34" charset="0"/>
              </a:rPr>
              <a:t>DNS </a:t>
            </a:r>
            <a:r>
              <a:rPr lang="zh-CN" altLang="en-US" b="0" i="0" u="none" strike="noStrike" dirty="0">
                <a:solidFill>
                  <a:srgbClr val="000000"/>
                </a:solidFill>
                <a:effectLst/>
                <a:latin typeface="Arial" panose="020B0604020202020204" pitchFamily="34" charset="0"/>
              </a:rPr>
              <a:t>查询和浏览器事件。所以该数据集由这三部分组成。</a:t>
            </a:r>
            <a:endParaRPr kumimoji="1" lang="zh-CN" altLang="en-US" dirty="0"/>
          </a:p>
        </p:txBody>
      </p:sp>
    </p:spTree>
    <p:extLst>
      <p:ext uri="{BB962C8B-B14F-4D97-AF65-F5344CB8AC3E}">
        <p14:creationId xmlns:p14="http://schemas.microsoft.com/office/powerpoint/2010/main" val="2937655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45FE3A-D45C-5361-8CDC-5BD957AE4A9C}"/>
              </a:ext>
            </a:extLst>
          </p:cNvPr>
          <p:cNvSpPr>
            <a:spLocks noGrp="1"/>
          </p:cNvSpPr>
          <p:nvPr>
            <p:ph type="title"/>
          </p:nvPr>
        </p:nvSpPr>
        <p:spPr/>
        <p:txBody>
          <a:bodyPr/>
          <a:lstStyle/>
          <a:p>
            <a:r>
              <a:rPr kumimoji="1" lang="zh-CN" altLang="en-US" dirty="0"/>
              <a:t>数据集内容</a:t>
            </a:r>
          </a:p>
        </p:txBody>
      </p:sp>
      <p:sp>
        <p:nvSpPr>
          <p:cNvPr id="3" name="内容占位符 2">
            <a:extLst>
              <a:ext uri="{FF2B5EF4-FFF2-40B4-BE49-F238E27FC236}">
                <a16:creationId xmlns:a16="http://schemas.microsoft.com/office/drawing/2014/main" id="{2406A7E2-38EA-E664-772A-FEAF86C42C25}"/>
              </a:ext>
            </a:extLst>
          </p:cNvPr>
          <p:cNvSpPr>
            <a:spLocks noGrp="1"/>
          </p:cNvSpPr>
          <p:nvPr>
            <p:ph idx="1"/>
          </p:nvPr>
        </p:nvSpPr>
        <p:spPr/>
        <p:txBody>
          <a:bodyPr/>
          <a:lstStyle/>
          <a:p>
            <a:r>
              <a:rPr kumimoji="1" lang="en-US" altLang="zh-CN" dirty="0"/>
              <a:t>DNS</a:t>
            </a:r>
            <a:r>
              <a:rPr kumimoji="1" lang="zh-CN" altLang="en-US" dirty="0"/>
              <a:t>查询中，全都形如</a:t>
            </a:r>
            <a:endParaRPr kumimoji="1" lang="en-US" altLang="zh-CN" dirty="0"/>
          </a:p>
          <a:p>
            <a:pPr>
              <a:lnSpc>
                <a:spcPts val="1500"/>
              </a:lnSpc>
            </a:pPr>
            <a:r>
              <a:rPr lang="en" altLang="zh-CN" sz="1050" b="1" dirty="0">
                <a:solidFill>
                  <a:srgbClr val="5C6166"/>
                </a:solidFill>
                <a:effectLst/>
                <a:latin typeface="Menlo" panose="020B0609030804020204" pitchFamily="49" charset="0"/>
              </a:rPr>
              <a:t>1 2018-11-02 22:43:52.292203 192.168.223.128 → 192.168.223.2 DNS 84 Standard query 0x60f4 A </a:t>
            </a:r>
            <a:r>
              <a:rPr lang="en" altLang="zh-CN" sz="1050" b="1" dirty="0" err="1">
                <a:solidFill>
                  <a:srgbClr val="5C6166"/>
                </a:solidFill>
                <a:effectLst/>
                <a:latin typeface="Menlo" panose="020B0609030804020204" pitchFamily="49" charset="0"/>
              </a:rPr>
              <a:t>detectportal.firefox.com</a:t>
            </a:r>
            <a:endParaRPr lang="en" altLang="zh-CN" sz="1050" b="1" dirty="0">
              <a:solidFill>
                <a:srgbClr val="5C6166"/>
              </a:solidFill>
              <a:effectLst/>
              <a:latin typeface="Menlo" panose="020B0609030804020204" pitchFamily="49" charset="0"/>
            </a:endParaRPr>
          </a:p>
          <a:p>
            <a:pPr>
              <a:lnSpc>
                <a:spcPts val="1500"/>
              </a:lnSpc>
            </a:pPr>
            <a:r>
              <a:rPr lang="en" altLang="zh-CN" sz="1050" b="1" dirty="0">
                <a:solidFill>
                  <a:srgbClr val="5C6166"/>
                </a:solidFill>
                <a:effectLst/>
                <a:latin typeface="Menlo" panose="020B0609030804020204" pitchFamily="49" charset="0"/>
              </a:rPr>
              <a:t>2 2018-11-02 22:43:52.301364 192.168.223.2 → 192.168.223.128 DNS 242 Standard query response 0x60f4 A </a:t>
            </a:r>
            <a:r>
              <a:rPr lang="en" altLang="zh-CN" sz="1050" b="1" dirty="0" err="1">
                <a:solidFill>
                  <a:srgbClr val="5C6166"/>
                </a:solidFill>
                <a:effectLst/>
                <a:latin typeface="Menlo" panose="020B0609030804020204" pitchFamily="49" charset="0"/>
              </a:rPr>
              <a:t>detectportal.firefox.com</a:t>
            </a:r>
            <a:r>
              <a:rPr lang="en" altLang="zh-CN" sz="1050" b="1" dirty="0">
                <a:solidFill>
                  <a:srgbClr val="5C6166"/>
                </a:solidFill>
                <a:effectLst/>
                <a:latin typeface="Menlo" panose="020B0609030804020204" pitchFamily="49" charset="0"/>
              </a:rPr>
              <a:t> CNAME </a:t>
            </a:r>
            <a:r>
              <a:rPr lang="en" altLang="zh-CN" sz="1050" b="1" dirty="0" err="1">
                <a:solidFill>
                  <a:srgbClr val="5C6166"/>
                </a:solidFill>
                <a:effectLst/>
                <a:latin typeface="Menlo" panose="020B0609030804020204" pitchFamily="49" charset="0"/>
              </a:rPr>
              <a:t>detectportal.prod.mozaws.net</a:t>
            </a:r>
            <a:r>
              <a:rPr lang="en" altLang="zh-CN" sz="1050" b="1" dirty="0">
                <a:solidFill>
                  <a:srgbClr val="5C6166"/>
                </a:solidFill>
                <a:effectLst/>
                <a:latin typeface="Menlo" panose="020B0609030804020204" pitchFamily="49" charset="0"/>
              </a:rPr>
              <a:t> CNAME detectportal.firefox.com-v2.edgesuite.net CNAME a1089.dscd.akamai.net A 149.165.180.17 A 149.165.180.19</a:t>
            </a:r>
            <a:endParaRPr kumimoji="1" lang="en-US" altLang="zh-CN" sz="1050" b="1" dirty="0">
              <a:solidFill>
                <a:srgbClr val="5C6166"/>
              </a:solidFill>
              <a:effectLst/>
              <a:latin typeface="Menlo" panose="020B0609030804020204" pitchFamily="49" charset="0"/>
            </a:endParaRPr>
          </a:p>
          <a:p>
            <a:r>
              <a:rPr kumimoji="1" lang="zh-CN" altLang="en-US" dirty="0"/>
              <a:t>其中</a:t>
            </a:r>
            <a:r>
              <a:rPr kumimoji="1" lang="zh-CN" altLang="en" dirty="0"/>
              <a:t>第一行</a:t>
            </a:r>
            <a:r>
              <a:rPr kumimoji="1" lang="zh-CN" altLang="en-US" dirty="0"/>
              <a:t>是</a:t>
            </a:r>
            <a:r>
              <a:rPr kumimoji="1" lang="en-US" altLang="zh-CN" dirty="0" err="1"/>
              <a:t>dns</a:t>
            </a:r>
            <a:r>
              <a:rPr kumimoji="1" lang="zh-CN" altLang="en-US" dirty="0"/>
              <a:t> </a:t>
            </a:r>
            <a:r>
              <a:rPr kumimoji="1" lang="en-US" altLang="zh-CN" dirty="0"/>
              <a:t>request</a:t>
            </a:r>
            <a:r>
              <a:rPr kumimoji="1" lang="zh-CN" altLang="en-US" dirty="0"/>
              <a:t>，第二行是</a:t>
            </a:r>
            <a:r>
              <a:rPr kumimoji="1" lang="en-US" altLang="zh-CN" dirty="0"/>
              <a:t>response</a:t>
            </a:r>
            <a:r>
              <a:rPr kumimoji="1" lang="zh-CN" altLang="en-US" dirty="0"/>
              <a:t>。</a:t>
            </a:r>
            <a:endParaRPr kumimoji="1" lang="en-US" altLang="zh-CN" dirty="0"/>
          </a:p>
          <a:p>
            <a:pPr marL="0" indent="0">
              <a:buNone/>
            </a:pPr>
            <a:endParaRPr kumimoji="1" lang="en-US" altLang="zh-CN" dirty="0"/>
          </a:p>
        </p:txBody>
      </p:sp>
    </p:spTree>
    <p:extLst>
      <p:ext uri="{BB962C8B-B14F-4D97-AF65-F5344CB8AC3E}">
        <p14:creationId xmlns:p14="http://schemas.microsoft.com/office/powerpoint/2010/main" val="2662027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A17E5D-355B-AC22-68C8-E35D1A77614E}"/>
              </a:ext>
            </a:extLst>
          </p:cNvPr>
          <p:cNvSpPr>
            <a:spLocks noGrp="1"/>
          </p:cNvSpPr>
          <p:nvPr>
            <p:ph type="title"/>
          </p:nvPr>
        </p:nvSpPr>
        <p:spPr/>
        <p:txBody>
          <a:bodyPr/>
          <a:lstStyle/>
          <a:p>
            <a:r>
              <a:rPr kumimoji="1" lang="zh-CN" altLang="en-US" dirty="0"/>
              <a:t>第一行内容的含义</a:t>
            </a:r>
          </a:p>
        </p:txBody>
      </p:sp>
      <p:sp>
        <p:nvSpPr>
          <p:cNvPr id="3" name="内容占位符 2">
            <a:extLst>
              <a:ext uri="{FF2B5EF4-FFF2-40B4-BE49-F238E27FC236}">
                <a16:creationId xmlns:a16="http://schemas.microsoft.com/office/drawing/2014/main" id="{8BA06C71-2ECA-9C34-7566-8838AB48E7F9}"/>
              </a:ext>
            </a:extLst>
          </p:cNvPr>
          <p:cNvSpPr>
            <a:spLocks noGrp="1"/>
          </p:cNvSpPr>
          <p:nvPr>
            <p:ph idx="1"/>
          </p:nvPr>
        </p:nvSpPr>
        <p:spPr/>
        <p:txBody>
          <a:bodyPr>
            <a:normAutofit fontScale="70000" lnSpcReduction="20000"/>
          </a:bodyPr>
          <a:lstStyle/>
          <a:p>
            <a:pPr marL="0" indent="0">
              <a:spcBef>
                <a:spcPts val="900"/>
              </a:spcBef>
              <a:buNone/>
            </a:pPr>
            <a:r>
              <a:rPr lang="en" altLang="zh-CN" sz="1600" b="1" dirty="0">
                <a:solidFill>
                  <a:srgbClr val="5C6166"/>
                </a:solidFill>
                <a:effectLst/>
                <a:latin typeface="Menlo" panose="020B0609030804020204" pitchFamily="49" charset="0"/>
              </a:rPr>
              <a:t>1 2018-11-02 22:43:52.292203 192.168.223.128 → 192.168.223.2 DNS 84 Standard query 0x60f4 A </a:t>
            </a:r>
            <a:r>
              <a:rPr lang="en" altLang="zh-CN" sz="1600" b="1" dirty="0" err="1">
                <a:solidFill>
                  <a:srgbClr val="5C6166"/>
                </a:solidFill>
                <a:effectLst/>
                <a:latin typeface="Menlo" panose="020B0609030804020204" pitchFamily="49" charset="0"/>
              </a:rPr>
              <a:t>detectportal.firefox.com</a:t>
            </a:r>
            <a:endParaRPr lang="en" altLang="zh-CN" sz="1600" b="1" dirty="0">
              <a:solidFill>
                <a:srgbClr val="5C6166"/>
              </a:solidFill>
              <a:effectLst/>
              <a:latin typeface="Menlo" panose="020B0609030804020204" pitchFamily="49" charset="0"/>
            </a:endParaRPr>
          </a:p>
          <a:p>
            <a:pPr marL="0" indent="0">
              <a:spcBef>
                <a:spcPts val="900"/>
              </a:spcBef>
              <a:buNone/>
            </a:pPr>
            <a:endParaRPr lang="en-US" altLang="zh-CN" dirty="0">
              <a:solidFill>
                <a:srgbClr val="0E0E0E"/>
              </a:solidFill>
              <a:effectLst/>
              <a:latin typeface=".SF NS"/>
            </a:endParaRPr>
          </a:p>
          <a:p>
            <a:pPr marL="0" indent="0">
              <a:spcBef>
                <a:spcPts val="900"/>
              </a:spcBef>
              <a:buNone/>
            </a:pPr>
            <a:r>
              <a:rPr lang="en-US" altLang="zh-CN" dirty="0">
                <a:solidFill>
                  <a:srgbClr val="0E0E0E"/>
                </a:solidFill>
                <a:effectLst/>
                <a:latin typeface=".SF NS"/>
              </a:rPr>
              <a:t>• </a:t>
            </a:r>
            <a:r>
              <a:rPr lang="zh-CN" altLang="en-US" b="1" dirty="0">
                <a:solidFill>
                  <a:srgbClr val="0E0E0E"/>
                </a:solidFill>
                <a:effectLst/>
                <a:latin typeface=".SF NS"/>
              </a:rPr>
              <a:t>时间戳</a:t>
            </a:r>
            <a:r>
              <a:rPr lang="en-US" altLang="zh-CN" dirty="0">
                <a:solidFill>
                  <a:srgbClr val="0E0E0E"/>
                </a:solidFill>
                <a:effectLst/>
                <a:latin typeface=".SF NS"/>
              </a:rPr>
              <a:t>: </a:t>
            </a:r>
            <a:r>
              <a:rPr lang="en-US" altLang="zh-CN" dirty="0">
                <a:solidFill>
                  <a:srgbClr val="0E0E0E"/>
                </a:solidFill>
                <a:effectLst/>
                <a:latin typeface=".AppleSystemUIFontMonospaced"/>
              </a:rPr>
              <a:t>2018-11-02 22:43:52.292203</a:t>
            </a:r>
            <a:r>
              <a:rPr lang="zh-CN" altLang="en-US" dirty="0">
                <a:solidFill>
                  <a:srgbClr val="0E0E0E"/>
                </a:solidFill>
                <a:effectLst/>
                <a:latin typeface=".SF NS"/>
              </a:rPr>
              <a:t>，表示该数据包的捕获时间。</a:t>
            </a:r>
            <a:endParaRPr lang="zh-CN" altLang="en-US" dirty="0">
              <a:solidFill>
                <a:srgbClr val="0E0E0E"/>
              </a:solidFill>
              <a:effectLst/>
              <a:latin typeface=".AppleSystemUIFontMonospaced"/>
            </a:endParaRPr>
          </a:p>
          <a:p>
            <a:pPr marL="0" indent="0">
              <a:spcBef>
                <a:spcPts val="900"/>
              </a:spcBef>
              <a:buNone/>
            </a:pPr>
            <a:r>
              <a:rPr lang="en-US" altLang="zh-CN" dirty="0">
                <a:solidFill>
                  <a:srgbClr val="0E0E0E"/>
                </a:solidFill>
                <a:effectLst/>
                <a:latin typeface=".SF NS"/>
              </a:rPr>
              <a:t>• </a:t>
            </a:r>
            <a:r>
              <a:rPr lang="zh-CN" altLang="en-US" b="1" dirty="0">
                <a:solidFill>
                  <a:srgbClr val="0E0E0E"/>
                </a:solidFill>
                <a:effectLst/>
                <a:latin typeface=".SF NS"/>
              </a:rPr>
              <a:t>源</a:t>
            </a:r>
            <a:r>
              <a:rPr lang="en" altLang="zh-CN" b="1" dirty="0">
                <a:solidFill>
                  <a:srgbClr val="0E0E0E"/>
                </a:solidFill>
                <a:effectLst/>
                <a:latin typeface=".SF NS"/>
              </a:rPr>
              <a:t>IP</a:t>
            </a:r>
            <a:r>
              <a:rPr lang="en" altLang="zh-CN" dirty="0">
                <a:solidFill>
                  <a:srgbClr val="0E0E0E"/>
                </a:solidFill>
                <a:effectLst/>
                <a:latin typeface=".SF NS"/>
              </a:rPr>
              <a:t>: </a:t>
            </a:r>
            <a:r>
              <a:rPr lang="en" altLang="zh-CN" dirty="0">
                <a:solidFill>
                  <a:srgbClr val="0E0E0E"/>
                </a:solidFill>
                <a:effectLst/>
                <a:latin typeface=".AppleSystemUIFontMonospaced"/>
              </a:rPr>
              <a:t>192.168.223.128</a:t>
            </a:r>
            <a:r>
              <a:rPr lang="zh-CN" altLang="en" dirty="0">
                <a:solidFill>
                  <a:srgbClr val="0E0E0E"/>
                </a:solidFill>
                <a:effectLst/>
                <a:latin typeface=".SF NS"/>
              </a:rPr>
              <a:t>，</a:t>
            </a:r>
            <a:r>
              <a:rPr lang="zh-CN" altLang="en-US" dirty="0">
                <a:solidFill>
                  <a:srgbClr val="0E0E0E"/>
                </a:solidFill>
                <a:effectLst/>
                <a:latin typeface=".SF NS"/>
              </a:rPr>
              <a:t>请求端的</a:t>
            </a:r>
            <a:r>
              <a:rPr lang="en" altLang="zh-CN" dirty="0">
                <a:solidFill>
                  <a:srgbClr val="0E0E0E"/>
                </a:solidFill>
                <a:effectLst/>
                <a:latin typeface=".SF NS"/>
              </a:rPr>
              <a:t>IP</a:t>
            </a:r>
            <a:r>
              <a:rPr lang="zh-CN" altLang="en-US" dirty="0">
                <a:solidFill>
                  <a:srgbClr val="0E0E0E"/>
                </a:solidFill>
                <a:effectLst/>
                <a:latin typeface=".SF NS"/>
              </a:rPr>
              <a:t>地址（可能是客户端设备）。</a:t>
            </a:r>
          </a:p>
          <a:p>
            <a:pPr marL="0" indent="0">
              <a:spcBef>
                <a:spcPts val="900"/>
              </a:spcBef>
              <a:buNone/>
            </a:pPr>
            <a:r>
              <a:rPr lang="en-US" altLang="zh-CN" dirty="0">
                <a:solidFill>
                  <a:srgbClr val="0E0E0E"/>
                </a:solidFill>
                <a:effectLst/>
                <a:latin typeface=".SF NS"/>
              </a:rPr>
              <a:t>• </a:t>
            </a:r>
            <a:r>
              <a:rPr lang="zh-CN" altLang="en-US" b="1" dirty="0">
                <a:solidFill>
                  <a:srgbClr val="0E0E0E"/>
                </a:solidFill>
                <a:effectLst/>
                <a:latin typeface=".SF NS"/>
              </a:rPr>
              <a:t>目标</a:t>
            </a:r>
            <a:r>
              <a:rPr lang="en" altLang="zh-CN" b="1" dirty="0">
                <a:solidFill>
                  <a:srgbClr val="0E0E0E"/>
                </a:solidFill>
                <a:effectLst/>
                <a:latin typeface=".SF NS"/>
              </a:rPr>
              <a:t>IP</a:t>
            </a:r>
            <a:r>
              <a:rPr lang="en" altLang="zh-CN" dirty="0">
                <a:solidFill>
                  <a:srgbClr val="0E0E0E"/>
                </a:solidFill>
                <a:effectLst/>
                <a:latin typeface=".SF NS"/>
              </a:rPr>
              <a:t>: </a:t>
            </a:r>
            <a:r>
              <a:rPr lang="en" altLang="zh-CN" dirty="0">
                <a:solidFill>
                  <a:srgbClr val="0E0E0E"/>
                </a:solidFill>
                <a:effectLst/>
                <a:latin typeface=".AppleSystemUIFontMonospaced"/>
              </a:rPr>
              <a:t>192.168.223.2</a:t>
            </a:r>
            <a:r>
              <a:rPr lang="zh-CN" altLang="en" dirty="0">
                <a:solidFill>
                  <a:srgbClr val="0E0E0E"/>
                </a:solidFill>
                <a:effectLst/>
                <a:latin typeface=".SF NS"/>
              </a:rPr>
              <a:t>，</a:t>
            </a:r>
            <a:r>
              <a:rPr lang="en" altLang="zh-CN" dirty="0">
                <a:solidFill>
                  <a:srgbClr val="0E0E0E"/>
                </a:solidFill>
                <a:effectLst/>
                <a:latin typeface=".SF NS"/>
              </a:rPr>
              <a:t>DNS</a:t>
            </a:r>
            <a:r>
              <a:rPr lang="zh-CN" altLang="en-US" dirty="0">
                <a:solidFill>
                  <a:srgbClr val="0E0E0E"/>
                </a:solidFill>
                <a:effectLst/>
                <a:latin typeface=".SF NS"/>
              </a:rPr>
              <a:t>服务器的</a:t>
            </a:r>
            <a:r>
              <a:rPr lang="en" altLang="zh-CN" dirty="0">
                <a:solidFill>
                  <a:srgbClr val="0E0E0E"/>
                </a:solidFill>
                <a:effectLst/>
                <a:latin typeface=".SF NS"/>
              </a:rPr>
              <a:t>IP</a:t>
            </a:r>
            <a:r>
              <a:rPr lang="zh-CN" altLang="en-US" dirty="0">
                <a:solidFill>
                  <a:srgbClr val="0E0E0E"/>
                </a:solidFill>
                <a:effectLst/>
                <a:latin typeface=".SF NS"/>
              </a:rPr>
              <a:t>地址。</a:t>
            </a:r>
          </a:p>
          <a:p>
            <a:pPr marL="0" indent="0">
              <a:spcBef>
                <a:spcPts val="900"/>
              </a:spcBef>
              <a:buNone/>
            </a:pPr>
            <a:r>
              <a:rPr lang="en-US" altLang="zh-CN" dirty="0">
                <a:solidFill>
                  <a:srgbClr val="0E0E0E"/>
                </a:solidFill>
                <a:effectLst/>
                <a:latin typeface=".SF NS"/>
              </a:rPr>
              <a:t>• </a:t>
            </a:r>
            <a:r>
              <a:rPr lang="zh-CN" altLang="en-US" b="1" dirty="0">
                <a:solidFill>
                  <a:srgbClr val="0E0E0E"/>
                </a:solidFill>
                <a:effectLst/>
                <a:latin typeface=".SF NS"/>
              </a:rPr>
              <a:t>协议</a:t>
            </a:r>
            <a:r>
              <a:rPr lang="en-US" altLang="zh-CN" dirty="0">
                <a:solidFill>
                  <a:srgbClr val="0E0E0E"/>
                </a:solidFill>
                <a:effectLst/>
                <a:latin typeface=".SF NS"/>
              </a:rPr>
              <a:t>: </a:t>
            </a:r>
            <a:r>
              <a:rPr lang="en" altLang="zh-CN" dirty="0">
                <a:solidFill>
                  <a:srgbClr val="0E0E0E"/>
                </a:solidFill>
                <a:effectLst/>
                <a:latin typeface=".AppleSystemUIFontMonospaced"/>
              </a:rPr>
              <a:t>DNS</a:t>
            </a:r>
            <a:r>
              <a:rPr lang="zh-CN" altLang="en" dirty="0">
                <a:solidFill>
                  <a:srgbClr val="0E0E0E"/>
                </a:solidFill>
                <a:effectLst/>
                <a:latin typeface=".SF NS"/>
              </a:rPr>
              <a:t>。</a:t>
            </a:r>
          </a:p>
          <a:p>
            <a:pPr marL="0" indent="0">
              <a:spcBef>
                <a:spcPts val="900"/>
              </a:spcBef>
              <a:buNone/>
            </a:pPr>
            <a:r>
              <a:rPr lang="en" altLang="zh-CN" dirty="0">
                <a:solidFill>
                  <a:srgbClr val="0E0E0E"/>
                </a:solidFill>
                <a:effectLst/>
                <a:latin typeface=".SF NS"/>
              </a:rPr>
              <a:t>• </a:t>
            </a:r>
            <a:r>
              <a:rPr lang="zh-CN" altLang="en-US" b="1" dirty="0">
                <a:solidFill>
                  <a:srgbClr val="0E0E0E"/>
                </a:solidFill>
                <a:effectLst/>
                <a:latin typeface=".SF NS"/>
              </a:rPr>
              <a:t>长度</a:t>
            </a:r>
            <a:r>
              <a:rPr lang="en-US" altLang="zh-CN" dirty="0">
                <a:solidFill>
                  <a:srgbClr val="0E0E0E"/>
                </a:solidFill>
                <a:effectLst/>
                <a:latin typeface=".SF NS"/>
              </a:rPr>
              <a:t>: </a:t>
            </a:r>
            <a:r>
              <a:rPr lang="en-US" altLang="zh-CN" dirty="0">
                <a:solidFill>
                  <a:srgbClr val="0E0E0E"/>
                </a:solidFill>
                <a:effectLst/>
                <a:latin typeface=".AppleSystemUIFontMonospaced"/>
              </a:rPr>
              <a:t>84</a:t>
            </a:r>
            <a:r>
              <a:rPr lang="zh-CN" altLang="en-US" dirty="0">
                <a:solidFill>
                  <a:srgbClr val="0E0E0E"/>
                </a:solidFill>
                <a:effectLst/>
                <a:latin typeface=".SF NS"/>
              </a:rPr>
              <a:t> 字节，数据包的总大小。</a:t>
            </a:r>
          </a:p>
          <a:p>
            <a:pPr marL="0" indent="0">
              <a:spcBef>
                <a:spcPts val="900"/>
              </a:spcBef>
              <a:buNone/>
            </a:pPr>
            <a:r>
              <a:rPr lang="en-US" altLang="zh-CN" dirty="0">
                <a:solidFill>
                  <a:srgbClr val="0E0E0E"/>
                </a:solidFill>
                <a:effectLst/>
                <a:latin typeface=".SF NS"/>
              </a:rPr>
              <a:t>• </a:t>
            </a:r>
            <a:r>
              <a:rPr lang="zh-CN" altLang="en-US" b="1" dirty="0">
                <a:solidFill>
                  <a:srgbClr val="0E0E0E"/>
                </a:solidFill>
                <a:effectLst/>
                <a:latin typeface=".SF NS"/>
              </a:rPr>
              <a:t>查询类型</a:t>
            </a:r>
            <a:r>
              <a:rPr lang="en-US" altLang="zh-CN" dirty="0">
                <a:solidFill>
                  <a:srgbClr val="0E0E0E"/>
                </a:solidFill>
                <a:effectLst/>
                <a:latin typeface=".SF NS"/>
              </a:rPr>
              <a:t>: </a:t>
            </a:r>
            <a:r>
              <a:rPr lang="en" altLang="zh-CN" dirty="0">
                <a:solidFill>
                  <a:srgbClr val="0E0E0E"/>
                </a:solidFill>
                <a:effectLst/>
                <a:latin typeface=".AppleSystemUIFontMonospaced"/>
              </a:rPr>
              <a:t>Standard query</a:t>
            </a:r>
            <a:r>
              <a:rPr lang="zh-CN" altLang="en" dirty="0">
                <a:solidFill>
                  <a:srgbClr val="0E0E0E"/>
                </a:solidFill>
                <a:effectLst/>
                <a:latin typeface=".SF NS"/>
              </a:rPr>
              <a:t>，</a:t>
            </a:r>
            <a:r>
              <a:rPr lang="zh-CN" altLang="en-US" dirty="0">
                <a:solidFill>
                  <a:srgbClr val="0E0E0E"/>
                </a:solidFill>
                <a:effectLst/>
                <a:latin typeface=".SF NS"/>
              </a:rPr>
              <a:t>这是标准的</a:t>
            </a:r>
            <a:r>
              <a:rPr lang="en" altLang="zh-CN" dirty="0">
                <a:solidFill>
                  <a:srgbClr val="0E0E0E"/>
                </a:solidFill>
                <a:effectLst/>
                <a:latin typeface=".SF NS"/>
              </a:rPr>
              <a:t>DNS</a:t>
            </a:r>
            <a:r>
              <a:rPr lang="zh-CN" altLang="en-US" dirty="0">
                <a:solidFill>
                  <a:srgbClr val="0E0E0E"/>
                </a:solidFill>
                <a:effectLst/>
                <a:latin typeface=".SF NS"/>
              </a:rPr>
              <a:t>查询。</a:t>
            </a:r>
          </a:p>
          <a:p>
            <a:pPr marL="0" indent="0">
              <a:spcBef>
                <a:spcPts val="900"/>
              </a:spcBef>
              <a:buNone/>
            </a:pPr>
            <a:r>
              <a:rPr lang="en-US" altLang="zh-CN" dirty="0">
                <a:solidFill>
                  <a:srgbClr val="0E0E0E"/>
                </a:solidFill>
                <a:effectLst/>
                <a:latin typeface=".SF NS"/>
              </a:rPr>
              <a:t>• </a:t>
            </a:r>
            <a:r>
              <a:rPr lang="zh-CN" altLang="en-US" b="1" dirty="0">
                <a:solidFill>
                  <a:srgbClr val="0E0E0E"/>
                </a:solidFill>
                <a:effectLst/>
                <a:latin typeface=".SF NS"/>
              </a:rPr>
              <a:t>事务</a:t>
            </a:r>
            <a:r>
              <a:rPr lang="en" altLang="zh-CN" b="1" dirty="0">
                <a:solidFill>
                  <a:srgbClr val="0E0E0E"/>
                </a:solidFill>
                <a:effectLst/>
                <a:latin typeface=".SF NS"/>
              </a:rPr>
              <a:t>ID</a:t>
            </a:r>
            <a:r>
              <a:rPr lang="en" altLang="zh-CN" dirty="0">
                <a:solidFill>
                  <a:srgbClr val="0E0E0E"/>
                </a:solidFill>
                <a:effectLst/>
                <a:latin typeface=".SF NS"/>
              </a:rPr>
              <a:t>: </a:t>
            </a:r>
            <a:r>
              <a:rPr lang="en" altLang="zh-CN" dirty="0">
                <a:solidFill>
                  <a:srgbClr val="0E0E0E"/>
                </a:solidFill>
                <a:effectLst/>
                <a:latin typeface=".AppleSystemUIFontMonospaced"/>
              </a:rPr>
              <a:t>0x60f4</a:t>
            </a:r>
            <a:r>
              <a:rPr lang="zh-CN" altLang="en" dirty="0">
                <a:solidFill>
                  <a:srgbClr val="0E0E0E"/>
                </a:solidFill>
                <a:effectLst/>
                <a:latin typeface=".SF NS"/>
              </a:rPr>
              <a:t>，</a:t>
            </a:r>
            <a:r>
              <a:rPr lang="zh-CN" altLang="en-US" dirty="0">
                <a:solidFill>
                  <a:srgbClr val="0E0E0E"/>
                </a:solidFill>
                <a:effectLst/>
                <a:latin typeface=".SF NS"/>
              </a:rPr>
              <a:t>表示此查询的唯一标识符，用于匹配相应的</a:t>
            </a:r>
            <a:r>
              <a:rPr lang="en" altLang="zh-CN" dirty="0">
                <a:solidFill>
                  <a:srgbClr val="0E0E0E"/>
                </a:solidFill>
                <a:effectLst/>
                <a:latin typeface=".SF NS"/>
              </a:rPr>
              <a:t>DNS</a:t>
            </a:r>
            <a:r>
              <a:rPr lang="zh-CN" altLang="en-US" dirty="0">
                <a:solidFill>
                  <a:srgbClr val="0E0E0E"/>
                </a:solidFill>
                <a:effectLst/>
                <a:latin typeface=".SF NS"/>
              </a:rPr>
              <a:t>响应。</a:t>
            </a:r>
          </a:p>
          <a:p>
            <a:pPr marL="0" indent="0">
              <a:spcBef>
                <a:spcPts val="900"/>
              </a:spcBef>
              <a:buNone/>
            </a:pPr>
            <a:r>
              <a:rPr lang="en-US" altLang="zh-CN" dirty="0">
                <a:solidFill>
                  <a:srgbClr val="0E0E0E"/>
                </a:solidFill>
                <a:effectLst/>
                <a:latin typeface=".SF NS"/>
              </a:rPr>
              <a:t>• </a:t>
            </a:r>
            <a:r>
              <a:rPr lang="zh-CN" altLang="en-US" b="1" dirty="0">
                <a:solidFill>
                  <a:srgbClr val="0E0E0E"/>
                </a:solidFill>
                <a:effectLst/>
                <a:latin typeface=".SF NS"/>
              </a:rPr>
              <a:t>记录类型</a:t>
            </a:r>
            <a:r>
              <a:rPr lang="en-US" altLang="zh-CN" dirty="0">
                <a:solidFill>
                  <a:srgbClr val="0E0E0E"/>
                </a:solidFill>
                <a:effectLst/>
                <a:latin typeface=".SF NS"/>
              </a:rPr>
              <a:t>: </a:t>
            </a:r>
            <a:r>
              <a:rPr lang="en" altLang="zh-CN" dirty="0">
                <a:solidFill>
                  <a:srgbClr val="0E0E0E"/>
                </a:solidFill>
                <a:effectLst/>
                <a:latin typeface=".AppleSystemUIFontMonospaced"/>
              </a:rPr>
              <a:t>A</a:t>
            </a:r>
            <a:r>
              <a:rPr lang="zh-CN" altLang="en" dirty="0">
                <a:solidFill>
                  <a:srgbClr val="0E0E0E"/>
                </a:solidFill>
                <a:effectLst/>
                <a:latin typeface=".SF NS"/>
              </a:rPr>
              <a:t>，</a:t>
            </a:r>
            <a:r>
              <a:rPr lang="zh-CN" altLang="en-US" dirty="0">
                <a:solidFill>
                  <a:srgbClr val="0E0E0E"/>
                </a:solidFill>
                <a:effectLst/>
                <a:latin typeface=".SF NS"/>
              </a:rPr>
              <a:t>表示请求获取的是</a:t>
            </a:r>
            <a:r>
              <a:rPr lang="en" altLang="zh-CN" dirty="0">
                <a:solidFill>
                  <a:srgbClr val="0E0E0E"/>
                </a:solidFill>
                <a:effectLst/>
                <a:latin typeface=".SF NS"/>
              </a:rPr>
              <a:t>IPv4</a:t>
            </a:r>
            <a:r>
              <a:rPr lang="zh-CN" altLang="en-US" dirty="0">
                <a:solidFill>
                  <a:srgbClr val="0E0E0E"/>
                </a:solidFill>
                <a:effectLst/>
                <a:latin typeface=".SF NS"/>
              </a:rPr>
              <a:t>地址。</a:t>
            </a:r>
          </a:p>
          <a:p>
            <a:pPr marL="0" indent="0">
              <a:spcBef>
                <a:spcPts val="900"/>
              </a:spcBef>
              <a:buNone/>
            </a:pPr>
            <a:r>
              <a:rPr lang="en-US" altLang="zh-CN" dirty="0">
                <a:solidFill>
                  <a:srgbClr val="0E0E0E"/>
                </a:solidFill>
                <a:effectLst/>
                <a:latin typeface=".SF NS"/>
              </a:rPr>
              <a:t>• </a:t>
            </a:r>
            <a:r>
              <a:rPr lang="zh-CN" altLang="en-US" b="1" dirty="0">
                <a:solidFill>
                  <a:srgbClr val="0E0E0E"/>
                </a:solidFill>
                <a:effectLst/>
                <a:latin typeface=".SF NS"/>
              </a:rPr>
              <a:t>查询域名</a:t>
            </a:r>
            <a:r>
              <a:rPr lang="en-US" altLang="zh-CN" dirty="0">
                <a:solidFill>
                  <a:srgbClr val="0E0E0E"/>
                </a:solidFill>
                <a:effectLst/>
                <a:latin typeface=".SF NS"/>
              </a:rPr>
              <a:t>: </a:t>
            </a:r>
            <a:r>
              <a:rPr lang="en" altLang="zh-CN" dirty="0" err="1">
                <a:solidFill>
                  <a:srgbClr val="0E0E0E"/>
                </a:solidFill>
                <a:effectLst/>
                <a:latin typeface=".AppleSystemUIFontMonospaced"/>
              </a:rPr>
              <a:t>detectportal.firefox.com</a:t>
            </a:r>
            <a:r>
              <a:rPr lang="zh-CN" altLang="en" dirty="0">
                <a:solidFill>
                  <a:srgbClr val="0E0E0E"/>
                </a:solidFill>
                <a:effectLst/>
                <a:latin typeface=".SF NS"/>
              </a:rPr>
              <a:t>。</a:t>
            </a:r>
            <a:br>
              <a:rPr lang="en" altLang="zh-CN" dirty="0">
                <a:solidFill>
                  <a:srgbClr val="0E0E0E"/>
                </a:solidFill>
                <a:effectLst/>
                <a:latin typeface=".SF NS"/>
              </a:rPr>
            </a:br>
            <a:endParaRPr lang="en" altLang="zh-CN" dirty="0">
              <a:solidFill>
                <a:srgbClr val="0E0E0E"/>
              </a:solidFill>
              <a:effectLst/>
              <a:latin typeface=".SF NS"/>
            </a:endParaRPr>
          </a:p>
          <a:p>
            <a:pPr marL="0" indent="0">
              <a:buNone/>
            </a:pPr>
            <a:r>
              <a:rPr lang="zh-CN" altLang="en-US" b="1" dirty="0">
                <a:solidFill>
                  <a:srgbClr val="0E0E0E"/>
                </a:solidFill>
                <a:effectLst/>
                <a:latin typeface=".SF NS"/>
              </a:rPr>
              <a:t>解释</a:t>
            </a:r>
            <a:r>
              <a:rPr lang="en-US" altLang="zh-CN" dirty="0">
                <a:solidFill>
                  <a:srgbClr val="0E0E0E"/>
                </a:solidFill>
                <a:effectLst/>
                <a:latin typeface=".SF NS"/>
              </a:rPr>
              <a:t>: </a:t>
            </a:r>
            <a:r>
              <a:rPr lang="zh-CN" altLang="en-US" dirty="0">
                <a:solidFill>
                  <a:srgbClr val="0E0E0E"/>
                </a:solidFill>
                <a:effectLst/>
                <a:latin typeface=".SF NS"/>
              </a:rPr>
              <a:t>客户端 </a:t>
            </a:r>
            <a:r>
              <a:rPr lang="en-US" altLang="zh-CN" dirty="0">
                <a:solidFill>
                  <a:srgbClr val="0E0E0E"/>
                </a:solidFill>
                <a:effectLst/>
                <a:latin typeface=".AppleSystemUIFontMonospaced"/>
              </a:rPr>
              <a:t>192.168.223.128</a:t>
            </a:r>
            <a:r>
              <a:rPr lang="zh-CN" altLang="en-US" dirty="0">
                <a:solidFill>
                  <a:srgbClr val="0E0E0E"/>
                </a:solidFill>
                <a:effectLst/>
                <a:latin typeface=".SF NS"/>
              </a:rPr>
              <a:t> 请求解析域名 </a:t>
            </a:r>
            <a:r>
              <a:rPr lang="en" altLang="zh-CN" dirty="0" err="1">
                <a:solidFill>
                  <a:srgbClr val="0E0E0E"/>
                </a:solidFill>
                <a:effectLst/>
                <a:latin typeface=".AppleSystemUIFontMonospaced"/>
              </a:rPr>
              <a:t>detectportal.firefox.com</a:t>
            </a:r>
            <a:r>
              <a:rPr lang="en" altLang="zh-CN" dirty="0">
                <a:solidFill>
                  <a:srgbClr val="0E0E0E"/>
                </a:solidFill>
                <a:effectLst/>
                <a:latin typeface=".SF NS"/>
              </a:rPr>
              <a:t> </a:t>
            </a:r>
            <a:r>
              <a:rPr lang="zh-CN" altLang="en-US" dirty="0">
                <a:solidFill>
                  <a:srgbClr val="0E0E0E"/>
                </a:solidFill>
                <a:effectLst/>
                <a:latin typeface=".SF NS"/>
              </a:rPr>
              <a:t>的</a:t>
            </a:r>
            <a:r>
              <a:rPr lang="en" altLang="zh-CN" dirty="0">
                <a:solidFill>
                  <a:srgbClr val="0E0E0E"/>
                </a:solidFill>
                <a:effectLst/>
                <a:latin typeface=".SF NS"/>
              </a:rPr>
              <a:t>IPv4</a:t>
            </a:r>
            <a:r>
              <a:rPr lang="zh-CN" altLang="en-US" dirty="0">
                <a:solidFill>
                  <a:srgbClr val="0E0E0E"/>
                </a:solidFill>
                <a:effectLst/>
                <a:latin typeface=".SF NS"/>
              </a:rPr>
              <a:t>地址。</a:t>
            </a:r>
            <a:endParaRPr lang="zh-CN" altLang="en-US" dirty="0">
              <a:solidFill>
                <a:srgbClr val="0E0E0E"/>
              </a:solidFill>
              <a:effectLst/>
              <a:latin typeface=".AppleSystemUIFontMonospaced"/>
            </a:endParaRPr>
          </a:p>
        </p:txBody>
      </p:sp>
    </p:spTree>
    <p:extLst>
      <p:ext uri="{BB962C8B-B14F-4D97-AF65-F5344CB8AC3E}">
        <p14:creationId xmlns:p14="http://schemas.microsoft.com/office/powerpoint/2010/main" val="159163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0D065A-21F8-38AC-70E1-CDCAE5F15532}"/>
              </a:ext>
            </a:extLst>
          </p:cNvPr>
          <p:cNvSpPr>
            <a:spLocks noGrp="1"/>
          </p:cNvSpPr>
          <p:nvPr>
            <p:ph type="title"/>
          </p:nvPr>
        </p:nvSpPr>
        <p:spPr/>
        <p:txBody>
          <a:bodyPr/>
          <a:lstStyle/>
          <a:p>
            <a:r>
              <a:rPr kumimoji="1" lang="zh-CN" altLang="en-US" dirty="0"/>
              <a:t>第二行的含义</a:t>
            </a:r>
          </a:p>
        </p:txBody>
      </p:sp>
      <p:sp>
        <p:nvSpPr>
          <p:cNvPr id="3" name="内容占位符 2">
            <a:extLst>
              <a:ext uri="{FF2B5EF4-FFF2-40B4-BE49-F238E27FC236}">
                <a16:creationId xmlns:a16="http://schemas.microsoft.com/office/drawing/2014/main" id="{C2033C65-980C-CED6-D1C7-ABC038687313}"/>
              </a:ext>
            </a:extLst>
          </p:cNvPr>
          <p:cNvSpPr>
            <a:spLocks noGrp="1"/>
          </p:cNvSpPr>
          <p:nvPr>
            <p:ph idx="1"/>
          </p:nvPr>
        </p:nvSpPr>
        <p:spPr>
          <a:xfrm>
            <a:off x="838200" y="1825624"/>
            <a:ext cx="10515600" cy="4816715"/>
          </a:xfrm>
        </p:spPr>
        <p:txBody>
          <a:bodyPr>
            <a:normAutofit/>
          </a:bodyPr>
          <a:lstStyle/>
          <a:p>
            <a:pPr marL="0" indent="0">
              <a:buNone/>
            </a:pPr>
            <a:r>
              <a:rPr lang="en" altLang="zh-CN" sz="1050" b="1" dirty="0">
                <a:solidFill>
                  <a:srgbClr val="5C6166"/>
                </a:solidFill>
                <a:effectLst/>
                <a:latin typeface="Menlo" panose="020B0609030804020204" pitchFamily="49" charset="0"/>
              </a:rPr>
              <a:t>2 2018-11-02 22:43:52.301364 192.168.223.2 → 192.168.223.128 DNS 242 Standard query response 0x60f4 A </a:t>
            </a:r>
            <a:r>
              <a:rPr lang="en" altLang="zh-CN" sz="1050" b="1" dirty="0" err="1">
                <a:solidFill>
                  <a:srgbClr val="5C6166"/>
                </a:solidFill>
                <a:effectLst/>
                <a:latin typeface="Menlo" panose="020B0609030804020204" pitchFamily="49" charset="0"/>
              </a:rPr>
              <a:t>detectportal.firefox.com</a:t>
            </a:r>
            <a:r>
              <a:rPr lang="en" altLang="zh-CN" sz="1050" b="1" dirty="0">
                <a:solidFill>
                  <a:srgbClr val="5C6166"/>
                </a:solidFill>
                <a:effectLst/>
                <a:latin typeface="Menlo" panose="020B0609030804020204" pitchFamily="49" charset="0"/>
              </a:rPr>
              <a:t> CNAME </a:t>
            </a:r>
            <a:r>
              <a:rPr lang="en" altLang="zh-CN" sz="1050" b="1" dirty="0" err="1">
                <a:solidFill>
                  <a:srgbClr val="5C6166"/>
                </a:solidFill>
                <a:effectLst/>
                <a:latin typeface="Menlo" panose="020B0609030804020204" pitchFamily="49" charset="0"/>
              </a:rPr>
              <a:t>detectportal.prod.mozaws.net</a:t>
            </a:r>
            <a:r>
              <a:rPr lang="en" altLang="zh-CN" sz="1050" b="1" dirty="0">
                <a:solidFill>
                  <a:srgbClr val="5C6166"/>
                </a:solidFill>
                <a:effectLst/>
                <a:latin typeface="Menlo" panose="020B0609030804020204" pitchFamily="49" charset="0"/>
              </a:rPr>
              <a:t> CNAME detectportal.firefox.com-v2.edgesuite.net CNAME a1089.dscd.akamai.net A 149.165.180.17 A 149.165.180.19</a:t>
            </a:r>
          </a:p>
          <a:p>
            <a:pPr marL="0" indent="0">
              <a:spcBef>
                <a:spcPts val="900"/>
              </a:spcBef>
              <a:buNone/>
            </a:pPr>
            <a:r>
              <a:rPr lang="en-US" altLang="zh-CN" sz="1400" dirty="0">
                <a:solidFill>
                  <a:srgbClr val="0E0E0E"/>
                </a:solidFill>
                <a:effectLst/>
                <a:latin typeface=".SF NS"/>
              </a:rPr>
              <a:t>• </a:t>
            </a:r>
            <a:r>
              <a:rPr lang="zh-CN" altLang="en-US" sz="1400" b="1" dirty="0">
                <a:solidFill>
                  <a:srgbClr val="0E0E0E"/>
                </a:solidFill>
                <a:effectLst/>
                <a:latin typeface=".SF NS"/>
              </a:rPr>
              <a:t>时间戳</a:t>
            </a:r>
            <a:r>
              <a:rPr lang="en-US" altLang="zh-CN" sz="1400" dirty="0">
                <a:solidFill>
                  <a:srgbClr val="0E0E0E"/>
                </a:solidFill>
                <a:effectLst/>
                <a:latin typeface=".SF NS"/>
              </a:rPr>
              <a:t>: </a:t>
            </a:r>
            <a:r>
              <a:rPr lang="en-US" altLang="zh-CN" sz="1400" dirty="0">
                <a:solidFill>
                  <a:srgbClr val="0E0E0E"/>
                </a:solidFill>
                <a:effectLst/>
                <a:latin typeface=".AppleSystemUIFontMonospaced"/>
              </a:rPr>
              <a:t>2018-11-02 22:43:52.301364</a:t>
            </a:r>
            <a:r>
              <a:rPr lang="zh-CN" altLang="en-US" sz="1400" dirty="0">
                <a:solidFill>
                  <a:srgbClr val="0E0E0E"/>
                </a:solidFill>
                <a:effectLst/>
                <a:latin typeface=".SF NS"/>
              </a:rPr>
              <a:t>，表示该数据包的捕获时间，与查询时间相比延迟较小。</a:t>
            </a:r>
          </a:p>
          <a:p>
            <a:pPr marL="0" indent="0">
              <a:spcBef>
                <a:spcPts val="900"/>
              </a:spcBef>
              <a:buNone/>
            </a:pPr>
            <a:r>
              <a:rPr lang="en-US" altLang="zh-CN" sz="1400" dirty="0">
                <a:solidFill>
                  <a:srgbClr val="0E0E0E"/>
                </a:solidFill>
                <a:effectLst/>
                <a:latin typeface=".SF NS"/>
              </a:rPr>
              <a:t>• </a:t>
            </a:r>
            <a:r>
              <a:rPr lang="zh-CN" altLang="en-US" sz="1400" b="1" dirty="0">
                <a:solidFill>
                  <a:srgbClr val="0E0E0E"/>
                </a:solidFill>
                <a:effectLst/>
                <a:latin typeface=".SF NS"/>
              </a:rPr>
              <a:t>源</a:t>
            </a:r>
            <a:r>
              <a:rPr lang="en" altLang="zh-CN" sz="1400" b="1" dirty="0">
                <a:solidFill>
                  <a:srgbClr val="0E0E0E"/>
                </a:solidFill>
                <a:effectLst/>
                <a:latin typeface=".SF NS"/>
              </a:rPr>
              <a:t>IP</a:t>
            </a:r>
            <a:r>
              <a:rPr lang="en" altLang="zh-CN" sz="1400" dirty="0">
                <a:solidFill>
                  <a:srgbClr val="0E0E0E"/>
                </a:solidFill>
                <a:effectLst/>
                <a:latin typeface=".SF NS"/>
              </a:rPr>
              <a:t>: </a:t>
            </a:r>
            <a:r>
              <a:rPr lang="en" altLang="zh-CN" sz="1400" dirty="0">
                <a:solidFill>
                  <a:srgbClr val="0E0E0E"/>
                </a:solidFill>
                <a:effectLst/>
                <a:latin typeface=".AppleSystemUIFontMonospaced"/>
              </a:rPr>
              <a:t>192.168.223.2</a:t>
            </a:r>
            <a:r>
              <a:rPr lang="zh-CN" altLang="en" sz="1400" dirty="0">
                <a:solidFill>
                  <a:srgbClr val="0E0E0E"/>
                </a:solidFill>
                <a:effectLst/>
                <a:latin typeface=".SF NS"/>
              </a:rPr>
              <a:t>，</a:t>
            </a:r>
            <a:r>
              <a:rPr lang="en" altLang="zh-CN" sz="1400" dirty="0">
                <a:solidFill>
                  <a:srgbClr val="0E0E0E"/>
                </a:solidFill>
                <a:effectLst/>
                <a:latin typeface=".SF NS"/>
              </a:rPr>
              <a:t>DNS</a:t>
            </a:r>
            <a:r>
              <a:rPr lang="zh-CN" altLang="en-US" sz="1400" dirty="0">
                <a:solidFill>
                  <a:srgbClr val="0E0E0E"/>
                </a:solidFill>
                <a:effectLst/>
                <a:latin typeface=".SF NS"/>
              </a:rPr>
              <a:t>服务器的</a:t>
            </a:r>
            <a:r>
              <a:rPr lang="en" altLang="zh-CN" sz="1400" dirty="0">
                <a:solidFill>
                  <a:srgbClr val="0E0E0E"/>
                </a:solidFill>
                <a:effectLst/>
                <a:latin typeface=".SF NS"/>
              </a:rPr>
              <a:t>IP</a:t>
            </a:r>
            <a:r>
              <a:rPr lang="zh-CN" altLang="en-US" sz="1400" dirty="0">
                <a:solidFill>
                  <a:srgbClr val="0E0E0E"/>
                </a:solidFill>
                <a:effectLst/>
                <a:latin typeface=".SF NS"/>
              </a:rPr>
              <a:t>地址。</a:t>
            </a:r>
          </a:p>
          <a:p>
            <a:pPr marL="0" indent="0">
              <a:spcBef>
                <a:spcPts val="900"/>
              </a:spcBef>
              <a:buNone/>
            </a:pPr>
            <a:r>
              <a:rPr lang="en-US" altLang="zh-CN" sz="1400" dirty="0">
                <a:solidFill>
                  <a:srgbClr val="0E0E0E"/>
                </a:solidFill>
                <a:effectLst/>
                <a:latin typeface=".SF NS"/>
              </a:rPr>
              <a:t>• </a:t>
            </a:r>
            <a:r>
              <a:rPr lang="zh-CN" altLang="en-US" sz="1400" b="1" dirty="0">
                <a:solidFill>
                  <a:srgbClr val="0E0E0E"/>
                </a:solidFill>
                <a:effectLst/>
                <a:latin typeface=".SF NS"/>
              </a:rPr>
              <a:t>目标</a:t>
            </a:r>
            <a:r>
              <a:rPr lang="en" altLang="zh-CN" sz="1400" b="1" dirty="0">
                <a:solidFill>
                  <a:srgbClr val="0E0E0E"/>
                </a:solidFill>
                <a:effectLst/>
                <a:latin typeface=".SF NS"/>
              </a:rPr>
              <a:t>IP</a:t>
            </a:r>
            <a:r>
              <a:rPr lang="en" altLang="zh-CN" sz="1400" dirty="0">
                <a:solidFill>
                  <a:srgbClr val="0E0E0E"/>
                </a:solidFill>
                <a:effectLst/>
                <a:latin typeface=".SF NS"/>
              </a:rPr>
              <a:t>: </a:t>
            </a:r>
            <a:r>
              <a:rPr lang="en" altLang="zh-CN" sz="1400" dirty="0">
                <a:solidFill>
                  <a:srgbClr val="0E0E0E"/>
                </a:solidFill>
                <a:effectLst/>
                <a:latin typeface=".AppleSystemUIFontMonospaced"/>
              </a:rPr>
              <a:t>192.168.223.128</a:t>
            </a:r>
            <a:r>
              <a:rPr lang="zh-CN" altLang="en" sz="1400" dirty="0">
                <a:solidFill>
                  <a:srgbClr val="0E0E0E"/>
                </a:solidFill>
                <a:effectLst/>
                <a:latin typeface=".SF NS"/>
              </a:rPr>
              <a:t>，</a:t>
            </a:r>
            <a:r>
              <a:rPr lang="zh-CN" altLang="en-US" sz="1400" dirty="0">
                <a:solidFill>
                  <a:srgbClr val="0E0E0E"/>
                </a:solidFill>
                <a:effectLst/>
                <a:latin typeface=".SF NS"/>
              </a:rPr>
              <a:t>请求端的</a:t>
            </a:r>
            <a:r>
              <a:rPr lang="en" altLang="zh-CN" sz="1400" dirty="0">
                <a:solidFill>
                  <a:srgbClr val="0E0E0E"/>
                </a:solidFill>
                <a:effectLst/>
                <a:latin typeface=".SF NS"/>
              </a:rPr>
              <a:t>IP</a:t>
            </a:r>
            <a:r>
              <a:rPr lang="zh-CN" altLang="en-US" sz="1400" dirty="0">
                <a:solidFill>
                  <a:srgbClr val="0E0E0E"/>
                </a:solidFill>
                <a:effectLst/>
                <a:latin typeface=".SF NS"/>
              </a:rPr>
              <a:t>地址。</a:t>
            </a:r>
          </a:p>
          <a:p>
            <a:pPr marL="0" indent="0">
              <a:spcBef>
                <a:spcPts val="900"/>
              </a:spcBef>
              <a:buNone/>
            </a:pPr>
            <a:r>
              <a:rPr lang="en-US" altLang="zh-CN" sz="1400" dirty="0">
                <a:solidFill>
                  <a:srgbClr val="0E0E0E"/>
                </a:solidFill>
                <a:effectLst/>
                <a:latin typeface=".SF NS"/>
              </a:rPr>
              <a:t>• </a:t>
            </a:r>
            <a:r>
              <a:rPr lang="zh-CN" altLang="en-US" sz="1400" b="1" dirty="0">
                <a:solidFill>
                  <a:srgbClr val="0E0E0E"/>
                </a:solidFill>
                <a:effectLst/>
                <a:latin typeface=".SF NS"/>
              </a:rPr>
              <a:t>协议</a:t>
            </a:r>
            <a:r>
              <a:rPr lang="en-US" altLang="zh-CN" sz="1400" dirty="0">
                <a:solidFill>
                  <a:srgbClr val="0E0E0E"/>
                </a:solidFill>
                <a:effectLst/>
                <a:latin typeface=".SF NS"/>
              </a:rPr>
              <a:t>: </a:t>
            </a:r>
            <a:r>
              <a:rPr lang="en" altLang="zh-CN" sz="1400" dirty="0">
                <a:solidFill>
                  <a:srgbClr val="0E0E0E"/>
                </a:solidFill>
                <a:effectLst/>
                <a:latin typeface=".AppleSystemUIFontMonospaced"/>
              </a:rPr>
              <a:t>DNS</a:t>
            </a:r>
            <a:r>
              <a:rPr lang="zh-CN" altLang="en" sz="1400" dirty="0">
                <a:solidFill>
                  <a:srgbClr val="0E0E0E"/>
                </a:solidFill>
                <a:effectLst/>
                <a:latin typeface=".SF NS"/>
              </a:rPr>
              <a:t>。</a:t>
            </a:r>
          </a:p>
          <a:p>
            <a:pPr marL="0" indent="0">
              <a:spcBef>
                <a:spcPts val="900"/>
              </a:spcBef>
              <a:buNone/>
            </a:pPr>
            <a:r>
              <a:rPr lang="en" altLang="zh-CN" sz="1400" dirty="0">
                <a:solidFill>
                  <a:srgbClr val="0E0E0E"/>
                </a:solidFill>
                <a:effectLst/>
                <a:latin typeface=".SF NS"/>
              </a:rPr>
              <a:t>• </a:t>
            </a:r>
            <a:r>
              <a:rPr lang="zh-CN" altLang="en-US" sz="1400" b="1" dirty="0">
                <a:solidFill>
                  <a:srgbClr val="0E0E0E"/>
                </a:solidFill>
                <a:effectLst/>
                <a:latin typeface=".SF NS"/>
              </a:rPr>
              <a:t>长度</a:t>
            </a:r>
            <a:r>
              <a:rPr lang="en-US" altLang="zh-CN" sz="1400" dirty="0">
                <a:solidFill>
                  <a:srgbClr val="0E0E0E"/>
                </a:solidFill>
                <a:effectLst/>
                <a:latin typeface=".SF NS"/>
              </a:rPr>
              <a:t>: </a:t>
            </a:r>
            <a:r>
              <a:rPr lang="en-US" altLang="zh-CN" sz="1400" dirty="0">
                <a:solidFill>
                  <a:srgbClr val="0E0E0E"/>
                </a:solidFill>
                <a:effectLst/>
                <a:latin typeface=".AppleSystemUIFontMonospaced"/>
              </a:rPr>
              <a:t>242</a:t>
            </a:r>
            <a:r>
              <a:rPr lang="zh-CN" altLang="en-US" sz="1400" dirty="0">
                <a:solidFill>
                  <a:srgbClr val="0E0E0E"/>
                </a:solidFill>
                <a:effectLst/>
                <a:latin typeface=".SF NS"/>
              </a:rPr>
              <a:t> 字节。</a:t>
            </a:r>
          </a:p>
          <a:p>
            <a:pPr marL="0" indent="0">
              <a:spcBef>
                <a:spcPts val="900"/>
              </a:spcBef>
              <a:buNone/>
            </a:pPr>
            <a:r>
              <a:rPr lang="en-US" altLang="zh-CN" sz="1400" dirty="0">
                <a:solidFill>
                  <a:srgbClr val="0E0E0E"/>
                </a:solidFill>
                <a:effectLst/>
                <a:latin typeface=".SF NS"/>
              </a:rPr>
              <a:t>• </a:t>
            </a:r>
            <a:r>
              <a:rPr lang="zh-CN" altLang="en-US" sz="1400" b="1" dirty="0">
                <a:solidFill>
                  <a:srgbClr val="0E0E0E"/>
                </a:solidFill>
                <a:effectLst/>
                <a:latin typeface=".SF NS"/>
              </a:rPr>
              <a:t>查询类型</a:t>
            </a:r>
            <a:r>
              <a:rPr lang="en-US" altLang="zh-CN" sz="1400" dirty="0">
                <a:solidFill>
                  <a:srgbClr val="0E0E0E"/>
                </a:solidFill>
                <a:effectLst/>
                <a:latin typeface=".SF NS"/>
              </a:rPr>
              <a:t>: </a:t>
            </a:r>
            <a:r>
              <a:rPr lang="en" altLang="zh-CN" sz="1400" dirty="0">
                <a:solidFill>
                  <a:srgbClr val="0E0E0E"/>
                </a:solidFill>
                <a:effectLst/>
                <a:latin typeface=".AppleSystemUIFontMonospaced"/>
              </a:rPr>
              <a:t>Standard query response</a:t>
            </a:r>
            <a:r>
              <a:rPr lang="zh-CN" altLang="en" sz="1400" dirty="0">
                <a:solidFill>
                  <a:srgbClr val="0E0E0E"/>
                </a:solidFill>
                <a:effectLst/>
                <a:latin typeface=".SF NS"/>
              </a:rPr>
              <a:t>，</a:t>
            </a:r>
            <a:r>
              <a:rPr lang="en" altLang="zh-CN" sz="1400" dirty="0">
                <a:solidFill>
                  <a:srgbClr val="0E0E0E"/>
                </a:solidFill>
                <a:effectLst/>
                <a:latin typeface=".SF NS"/>
              </a:rPr>
              <a:t>DNS</a:t>
            </a:r>
            <a:r>
              <a:rPr lang="zh-CN" altLang="en-US" sz="1400" dirty="0">
                <a:solidFill>
                  <a:srgbClr val="0E0E0E"/>
                </a:solidFill>
                <a:effectLst/>
                <a:latin typeface=".SF NS"/>
              </a:rPr>
              <a:t>服务器返回的标准查询响应。</a:t>
            </a:r>
            <a:endParaRPr lang="zh-CN" altLang="en-US" sz="1400" dirty="0">
              <a:solidFill>
                <a:srgbClr val="0E0E0E"/>
              </a:solidFill>
              <a:effectLst/>
              <a:latin typeface=".AppleSystemUIFontMonospaced"/>
            </a:endParaRPr>
          </a:p>
          <a:p>
            <a:pPr marL="0" indent="0">
              <a:spcBef>
                <a:spcPts val="900"/>
              </a:spcBef>
              <a:buNone/>
            </a:pPr>
            <a:r>
              <a:rPr lang="en-US" altLang="zh-CN" sz="1400" dirty="0">
                <a:solidFill>
                  <a:srgbClr val="0E0E0E"/>
                </a:solidFill>
                <a:effectLst/>
                <a:latin typeface=".SF NS"/>
              </a:rPr>
              <a:t>• </a:t>
            </a:r>
            <a:r>
              <a:rPr lang="zh-CN" altLang="en-US" sz="1400" b="1" dirty="0">
                <a:solidFill>
                  <a:srgbClr val="0E0E0E"/>
                </a:solidFill>
                <a:effectLst/>
                <a:latin typeface=".SF NS"/>
              </a:rPr>
              <a:t>事务</a:t>
            </a:r>
            <a:r>
              <a:rPr lang="en" altLang="zh-CN" sz="1400" b="1" dirty="0">
                <a:solidFill>
                  <a:srgbClr val="0E0E0E"/>
                </a:solidFill>
                <a:effectLst/>
                <a:latin typeface=".SF NS"/>
              </a:rPr>
              <a:t>ID</a:t>
            </a:r>
            <a:r>
              <a:rPr lang="en" altLang="zh-CN" sz="1400" dirty="0">
                <a:solidFill>
                  <a:srgbClr val="0E0E0E"/>
                </a:solidFill>
                <a:effectLst/>
                <a:latin typeface=".SF NS"/>
              </a:rPr>
              <a:t>: </a:t>
            </a:r>
            <a:r>
              <a:rPr lang="en" altLang="zh-CN" sz="1400" dirty="0">
                <a:solidFill>
                  <a:srgbClr val="0E0E0E"/>
                </a:solidFill>
                <a:effectLst/>
                <a:latin typeface=".AppleSystemUIFontMonospaced"/>
              </a:rPr>
              <a:t>0x60f4</a:t>
            </a:r>
            <a:r>
              <a:rPr lang="zh-CN" altLang="en" sz="1400" dirty="0">
                <a:solidFill>
                  <a:srgbClr val="0E0E0E"/>
                </a:solidFill>
                <a:effectLst/>
                <a:latin typeface=".SF NS"/>
              </a:rPr>
              <a:t>，</a:t>
            </a:r>
            <a:r>
              <a:rPr lang="zh-CN" altLang="en-US" sz="1400" dirty="0">
                <a:solidFill>
                  <a:srgbClr val="0E0E0E"/>
                </a:solidFill>
                <a:effectLst/>
                <a:latin typeface=".SF NS"/>
              </a:rPr>
              <a:t>与请求中的事务</a:t>
            </a:r>
            <a:r>
              <a:rPr lang="en" altLang="zh-CN" sz="1400" dirty="0">
                <a:solidFill>
                  <a:srgbClr val="0E0E0E"/>
                </a:solidFill>
                <a:effectLst/>
                <a:latin typeface=".SF NS"/>
              </a:rPr>
              <a:t>ID</a:t>
            </a:r>
            <a:r>
              <a:rPr lang="zh-CN" altLang="en-US" sz="1400" dirty="0">
                <a:solidFill>
                  <a:srgbClr val="0E0E0E"/>
                </a:solidFill>
                <a:effectLst/>
                <a:latin typeface=".SF NS"/>
              </a:rPr>
              <a:t>匹配。</a:t>
            </a:r>
          </a:p>
          <a:p>
            <a:pPr marL="0" indent="0">
              <a:spcBef>
                <a:spcPts val="900"/>
              </a:spcBef>
              <a:buNone/>
            </a:pPr>
            <a:r>
              <a:rPr lang="en-US" altLang="zh-CN" sz="1400" dirty="0">
                <a:solidFill>
                  <a:srgbClr val="0E0E0E"/>
                </a:solidFill>
                <a:effectLst/>
                <a:latin typeface=".SF NS"/>
              </a:rPr>
              <a:t>• </a:t>
            </a:r>
            <a:r>
              <a:rPr lang="en" altLang="zh-CN" sz="1400" b="1" dirty="0">
                <a:solidFill>
                  <a:srgbClr val="0E0E0E"/>
                </a:solidFill>
                <a:effectLst/>
                <a:latin typeface=".SF NS"/>
              </a:rPr>
              <a:t>CNAME</a:t>
            </a:r>
            <a:r>
              <a:rPr lang="zh-CN" altLang="en-US" sz="1400" b="1" dirty="0">
                <a:solidFill>
                  <a:srgbClr val="0E0E0E"/>
                </a:solidFill>
                <a:effectLst/>
                <a:latin typeface=".SF NS"/>
              </a:rPr>
              <a:t>记录</a:t>
            </a:r>
            <a:r>
              <a:rPr lang="en-US" altLang="zh-CN" sz="1400" dirty="0">
                <a:solidFill>
                  <a:srgbClr val="0E0E0E"/>
                </a:solidFill>
                <a:effectLst/>
                <a:latin typeface=".SF NS"/>
              </a:rPr>
              <a:t>: </a:t>
            </a:r>
            <a:r>
              <a:rPr lang="zh-CN" altLang="en-US" sz="1400" dirty="0">
                <a:solidFill>
                  <a:srgbClr val="0E0E0E"/>
                </a:solidFill>
                <a:effectLst/>
                <a:latin typeface=".SF NS"/>
              </a:rPr>
              <a:t>表示域名解析的层层别名关系：</a:t>
            </a:r>
          </a:p>
          <a:p>
            <a:pPr marL="0" indent="0">
              <a:spcBef>
                <a:spcPts val="900"/>
              </a:spcBef>
              <a:buNone/>
            </a:pPr>
            <a:r>
              <a:rPr lang="en" altLang="zh-CN" sz="1400" dirty="0" err="1">
                <a:solidFill>
                  <a:srgbClr val="0E0E0E"/>
                </a:solidFill>
                <a:effectLst/>
                <a:latin typeface=".AppleSystemUIFontMonospaced"/>
              </a:rPr>
              <a:t>detectportal.firefox.com</a:t>
            </a:r>
            <a:r>
              <a:rPr lang="en" altLang="zh-CN" sz="1400" dirty="0">
                <a:solidFill>
                  <a:srgbClr val="0E0E0E"/>
                </a:solidFill>
                <a:effectLst/>
                <a:latin typeface=".SF NS"/>
              </a:rPr>
              <a:t> → </a:t>
            </a:r>
            <a:r>
              <a:rPr lang="en" altLang="zh-CN" sz="1400" dirty="0" err="1">
                <a:solidFill>
                  <a:srgbClr val="0E0E0E"/>
                </a:solidFill>
                <a:effectLst/>
                <a:latin typeface=".AppleSystemUIFontMonospaced"/>
              </a:rPr>
              <a:t>detectportal.prod.mozaws.net</a:t>
            </a:r>
            <a:r>
              <a:rPr lang="en" altLang="zh-CN" sz="1400" dirty="0">
                <a:solidFill>
                  <a:srgbClr val="0E0E0E"/>
                </a:solidFill>
                <a:effectLst/>
                <a:latin typeface=".SF NS"/>
              </a:rPr>
              <a:t> → </a:t>
            </a:r>
            <a:r>
              <a:rPr lang="en" altLang="zh-CN" sz="1400" dirty="0">
                <a:solidFill>
                  <a:srgbClr val="0E0E0E"/>
                </a:solidFill>
                <a:effectLst/>
                <a:latin typeface=".AppleSystemUIFontMonospaced"/>
              </a:rPr>
              <a:t>detectportal.firefox.com-v2.edgesuite.net</a:t>
            </a:r>
            <a:r>
              <a:rPr lang="en" altLang="zh-CN" sz="1400" dirty="0">
                <a:solidFill>
                  <a:srgbClr val="0E0E0E"/>
                </a:solidFill>
                <a:effectLst/>
                <a:latin typeface=".SF NS"/>
              </a:rPr>
              <a:t> → </a:t>
            </a:r>
            <a:r>
              <a:rPr lang="en" altLang="zh-CN" sz="1400" dirty="0">
                <a:solidFill>
                  <a:srgbClr val="0E0E0E"/>
                </a:solidFill>
                <a:effectLst/>
                <a:latin typeface=".AppleSystemUIFontMonospaced"/>
              </a:rPr>
              <a:t>a1089.dscd.akamai.net</a:t>
            </a:r>
            <a:r>
              <a:rPr lang="zh-CN" altLang="en" sz="1400" dirty="0">
                <a:solidFill>
                  <a:srgbClr val="0E0E0E"/>
                </a:solidFill>
                <a:effectLst/>
                <a:latin typeface=".SF NS"/>
              </a:rPr>
              <a:t>。</a:t>
            </a:r>
            <a:endParaRPr lang="en" altLang="zh-CN" sz="1400" dirty="0">
              <a:solidFill>
                <a:srgbClr val="0E0E0E"/>
              </a:solidFill>
              <a:effectLst/>
              <a:latin typeface=".AppleSystemUIFontMonospaced"/>
            </a:endParaRPr>
          </a:p>
          <a:p>
            <a:pPr marL="0" indent="0">
              <a:spcBef>
                <a:spcPts val="900"/>
              </a:spcBef>
              <a:buNone/>
            </a:pPr>
            <a:r>
              <a:rPr lang="en" altLang="zh-CN" sz="1400" dirty="0">
                <a:solidFill>
                  <a:srgbClr val="0E0E0E"/>
                </a:solidFill>
                <a:effectLst/>
                <a:latin typeface=".SF NS"/>
              </a:rPr>
              <a:t>• </a:t>
            </a:r>
            <a:r>
              <a:rPr lang="en" altLang="zh-CN" sz="1400" b="1" dirty="0">
                <a:solidFill>
                  <a:srgbClr val="0E0E0E"/>
                </a:solidFill>
                <a:effectLst/>
                <a:latin typeface=".SF NS"/>
              </a:rPr>
              <a:t>A</a:t>
            </a:r>
            <a:r>
              <a:rPr lang="zh-CN" altLang="en-US" sz="1400" b="1" dirty="0">
                <a:solidFill>
                  <a:srgbClr val="0E0E0E"/>
                </a:solidFill>
                <a:effectLst/>
                <a:latin typeface=".SF NS"/>
              </a:rPr>
              <a:t>记录</a:t>
            </a:r>
            <a:r>
              <a:rPr lang="en-US" altLang="zh-CN" sz="1400" dirty="0">
                <a:solidFill>
                  <a:srgbClr val="0E0E0E"/>
                </a:solidFill>
                <a:effectLst/>
                <a:latin typeface=".SF NS"/>
              </a:rPr>
              <a:t>: </a:t>
            </a:r>
            <a:r>
              <a:rPr lang="zh-CN" altLang="en-US" sz="1400" dirty="0">
                <a:solidFill>
                  <a:srgbClr val="0E0E0E"/>
                </a:solidFill>
                <a:effectLst/>
                <a:latin typeface=".SF NS"/>
              </a:rPr>
              <a:t>最终解析为</a:t>
            </a:r>
            <a:r>
              <a:rPr lang="en" altLang="zh-CN" sz="1400" dirty="0">
                <a:solidFill>
                  <a:srgbClr val="0E0E0E"/>
                </a:solidFill>
                <a:effectLst/>
                <a:latin typeface=".SF NS"/>
              </a:rPr>
              <a:t>IPv4</a:t>
            </a:r>
            <a:r>
              <a:rPr lang="zh-CN" altLang="en-US" sz="1400" dirty="0">
                <a:solidFill>
                  <a:srgbClr val="0E0E0E"/>
                </a:solidFill>
                <a:effectLst/>
                <a:latin typeface=".SF NS"/>
              </a:rPr>
              <a:t>地址：</a:t>
            </a:r>
          </a:p>
          <a:p>
            <a:pPr marL="457200" lvl="1" indent="0">
              <a:spcBef>
                <a:spcPts val="900"/>
              </a:spcBef>
              <a:buNone/>
            </a:pPr>
            <a:r>
              <a:rPr lang="en-US" altLang="zh-CN" sz="1000" dirty="0">
                <a:solidFill>
                  <a:srgbClr val="0E0E0E"/>
                </a:solidFill>
                <a:effectLst/>
                <a:latin typeface=".AppleSystemUIFontMonospaced"/>
              </a:rPr>
              <a:t>149.165.180.17</a:t>
            </a:r>
          </a:p>
          <a:p>
            <a:pPr marL="457200" lvl="1" indent="0">
              <a:spcBef>
                <a:spcPts val="900"/>
              </a:spcBef>
              <a:buNone/>
            </a:pPr>
            <a:r>
              <a:rPr lang="en-US" altLang="zh-CN" sz="1000" dirty="0">
                <a:solidFill>
                  <a:srgbClr val="0E0E0E"/>
                </a:solidFill>
                <a:effectLst/>
                <a:latin typeface=".AppleSystemUIFontMonospaced"/>
              </a:rPr>
              <a:t>149.165.180.19</a:t>
            </a:r>
            <a:endParaRPr lang="zh-CN" altLang="en-US" sz="1000" dirty="0">
              <a:solidFill>
                <a:srgbClr val="0E0E0E"/>
              </a:solidFill>
              <a:effectLst/>
              <a:latin typeface=".SF NS"/>
            </a:endParaRPr>
          </a:p>
          <a:p>
            <a:pPr marL="0" indent="0">
              <a:buNone/>
            </a:pPr>
            <a:r>
              <a:rPr lang="zh-CN" altLang="en-US" sz="1400" b="1" dirty="0">
                <a:solidFill>
                  <a:srgbClr val="0E0E0E"/>
                </a:solidFill>
                <a:effectLst/>
                <a:latin typeface=".SF NS"/>
              </a:rPr>
              <a:t>解释</a:t>
            </a:r>
            <a:r>
              <a:rPr lang="en-US" altLang="zh-CN" sz="1400" dirty="0">
                <a:solidFill>
                  <a:srgbClr val="0E0E0E"/>
                </a:solidFill>
                <a:effectLst/>
                <a:latin typeface=".SF NS"/>
              </a:rPr>
              <a:t>: </a:t>
            </a:r>
            <a:r>
              <a:rPr lang="en" altLang="zh-CN" sz="1400" dirty="0">
                <a:solidFill>
                  <a:srgbClr val="0E0E0E"/>
                </a:solidFill>
                <a:effectLst/>
                <a:latin typeface=".SF NS"/>
              </a:rPr>
              <a:t>DNS</a:t>
            </a:r>
            <a:r>
              <a:rPr lang="zh-CN" altLang="en-US" sz="1400" dirty="0">
                <a:solidFill>
                  <a:srgbClr val="0E0E0E"/>
                </a:solidFill>
                <a:effectLst/>
                <a:latin typeface=".SF NS"/>
              </a:rPr>
              <a:t>服务器 </a:t>
            </a:r>
            <a:r>
              <a:rPr lang="en-US" altLang="zh-CN" sz="1400" dirty="0">
                <a:solidFill>
                  <a:srgbClr val="0E0E0E"/>
                </a:solidFill>
                <a:effectLst/>
                <a:latin typeface=".AppleSystemUIFontMonospaced"/>
              </a:rPr>
              <a:t>192.168.223.2</a:t>
            </a:r>
            <a:r>
              <a:rPr lang="zh-CN" altLang="en-US" sz="1400" dirty="0">
                <a:solidFill>
                  <a:srgbClr val="0E0E0E"/>
                </a:solidFill>
                <a:effectLst/>
                <a:latin typeface=".SF NS"/>
              </a:rPr>
              <a:t> 返回了 </a:t>
            </a:r>
            <a:r>
              <a:rPr lang="en" altLang="zh-CN" sz="1400" dirty="0" err="1">
                <a:solidFill>
                  <a:srgbClr val="0E0E0E"/>
                </a:solidFill>
                <a:effectLst/>
                <a:latin typeface=".AppleSystemUIFontMonospaced"/>
              </a:rPr>
              <a:t>detectportal.firefox.com</a:t>
            </a:r>
            <a:r>
              <a:rPr lang="en" altLang="zh-CN" sz="1400" dirty="0">
                <a:solidFill>
                  <a:srgbClr val="0E0E0E"/>
                </a:solidFill>
                <a:effectLst/>
                <a:latin typeface=".SF NS"/>
              </a:rPr>
              <a:t> </a:t>
            </a:r>
            <a:r>
              <a:rPr lang="zh-CN" altLang="en-US" sz="1400" dirty="0">
                <a:solidFill>
                  <a:srgbClr val="0E0E0E"/>
                </a:solidFill>
                <a:effectLst/>
                <a:latin typeface=".SF NS"/>
              </a:rPr>
              <a:t>的</a:t>
            </a:r>
            <a:r>
              <a:rPr lang="en" altLang="zh-CN" sz="1400" dirty="0">
                <a:solidFill>
                  <a:srgbClr val="0E0E0E"/>
                </a:solidFill>
                <a:effectLst/>
                <a:latin typeface=".SF NS"/>
              </a:rPr>
              <a:t>CNAME</a:t>
            </a:r>
            <a:r>
              <a:rPr lang="zh-CN" altLang="en-US" sz="1400" dirty="0">
                <a:solidFill>
                  <a:srgbClr val="0E0E0E"/>
                </a:solidFill>
                <a:effectLst/>
                <a:latin typeface=".SF NS"/>
              </a:rPr>
              <a:t>链以及对应的最终</a:t>
            </a:r>
            <a:r>
              <a:rPr lang="en" altLang="zh-CN" sz="1400" dirty="0">
                <a:solidFill>
                  <a:srgbClr val="0E0E0E"/>
                </a:solidFill>
                <a:effectLst/>
                <a:latin typeface=".SF NS"/>
              </a:rPr>
              <a:t>IPv4</a:t>
            </a:r>
            <a:r>
              <a:rPr lang="zh-CN" altLang="en-US" sz="1400" dirty="0">
                <a:solidFill>
                  <a:srgbClr val="0E0E0E"/>
                </a:solidFill>
                <a:effectLst/>
                <a:latin typeface=".SF NS"/>
              </a:rPr>
              <a:t>地址。</a:t>
            </a:r>
            <a:endParaRPr lang="zh-CN" altLang="en-US" sz="1400" dirty="0">
              <a:solidFill>
                <a:srgbClr val="0E0E0E"/>
              </a:solidFill>
              <a:effectLst/>
              <a:latin typeface=".AppleSystemUIFontMonospaced"/>
            </a:endParaRPr>
          </a:p>
        </p:txBody>
      </p:sp>
    </p:spTree>
    <p:extLst>
      <p:ext uri="{BB962C8B-B14F-4D97-AF65-F5344CB8AC3E}">
        <p14:creationId xmlns:p14="http://schemas.microsoft.com/office/powerpoint/2010/main" val="29474894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3D58F1-21C9-D770-BAF6-FA3403EF13D7}"/>
              </a:ext>
            </a:extLst>
          </p:cNvPr>
          <p:cNvSpPr>
            <a:spLocks noGrp="1"/>
          </p:cNvSpPr>
          <p:nvPr>
            <p:ph type="title"/>
          </p:nvPr>
        </p:nvSpPr>
        <p:spPr/>
        <p:txBody>
          <a:bodyPr/>
          <a:lstStyle/>
          <a:p>
            <a:r>
              <a:rPr kumimoji="1" lang="zh-CN" altLang="en-US" dirty="0"/>
              <a:t>数据集内容</a:t>
            </a:r>
          </a:p>
        </p:txBody>
      </p:sp>
      <p:sp>
        <p:nvSpPr>
          <p:cNvPr id="3" name="内容占位符 2">
            <a:extLst>
              <a:ext uri="{FF2B5EF4-FFF2-40B4-BE49-F238E27FC236}">
                <a16:creationId xmlns:a16="http://schemas.microsoft.com/office/drawing/2014/main" id="{E2F4525A-AE3E-4BAE-C090-0B63282B1A0D}"/>
              </a:ext>
            </a:extLst>
          </p:cNvPr>
          <p:cNvSpPr>
            <a:spLocks noGrp="1"/>
          </p:cNvSpPr>
          <p:nvPr>
            <p:ph idx="1"/>
          </p:nvPr>
        </p:nvSpPr>
        <p:spPr/>
        <p:txBody>
          <a:bodyPr/>
          <a:lstStyle/>
          <a:p>
            <a:r>
              <a:rPr lang="zh-CN" altLang="en-US" b="0" i="0" u="none" strike="noStrike" dirty="0">
                <a:solidFill>
                  <a:srgbClr val="000000"/>
                </a:solidFill>
                <a:effectLst/>
                <a:latin typeface="Arial" panose="020B0604020202020204" pitchFamily="34" charset="0"/>
              </a:rPr>
              <a:t>浏览器事件内容</a:t>
            </a:r>
            <a:endParaRPr lang="en-US" altLang="zh-CN" b="0" i="0" u="none" strike="noStrike" dirty="0">
              <a:solidFill>
                <a:srgbClr val="000000"/>
              </a:solidFill>
              <a:effectLst/>
              <a:latin typeface="Arial" panose="020B0604020202020204" pitchFamily="34" charset="0"/>
            </a:endParaRPr>
          </a:p>
          <a:p>
            <a:r>
              <a:rPr lang="en" altLang="zh-CN" sz="1050" b="1" dirty="0">
                <a:solidFill>
                  <a:srgbClr val="5C6166"/>
                </a:solidFill>
                <a:latin typeface="Menlo" panose="020B0609030804020204" pitchFamily="49" charset="0"/>
              </a:rPr>
              <a:t>2018-11-03 02:44:43.813000 UTC - [Main Thread]: D/</a:t>
            </a:r>
            <a:r>
              <a:rPr lang="en" altLang="zh-CN" sz="1050" b="1" dirty="0" err="1">
                <a:solidFill>
                  <a:srgbClr val="5C6166"/>
                </a:solidFill>
                <a:latin typeface="Menlo" panose="020B0609030804020204" pitchFamily="49" charset="0"/>
              </a:rPr>
              <a:t>nsStreamPump</a:t>
            </a:r>
            <a:r>
              <a:rPr lang="en" altLang="zh-CN" sz="1050" b="1" dirty="0">
                <a:solidFill>
                  <a:srgbClr val="5C6166"/>
                </a:solidFill>
                <a:latin typeface="Menlo" panose="020B0609030804020204" pitchFamily="49" charset="0"/>
              </a:rPr>
              <a:t> </a:t>
            </a:r>
            <a:r>
              <a:rPr lang="en" altLang="zh-CN" sz="1050" b="1" dirty="0" err="1">
                <a:solidFill>
                  <a:srgbClr val="5C6166"/>
                </a:solidFill>
                <a:latin typeface="Menlo" panose="020B0609030804020204" pitchFamily="49" charset="0"/>
              </a:rPr>
              <a:t>nsInputStreamPump</a:t>
            </a:r>
            <a:r>
              <a:rPr lang="en" altLang="zh-CN" sz="1050" b="1" dirty="0">
                <a:solidFill>
                  <a:srgbClr val="5C6166"/>
                </a:solidFill>
                <a:latin typeface="Menlo" panose="020B0609030804020204" pitchFamily="49" charset="0"/>
              </a:rPr>
              <a:t>::</a:t>
            </a:r>
            <a:r>
              <a:rPr lang="en" altLang="zh-CN" sz="1050" b="1" dirty="0" err="1">
                <a:solidFill>
                  <a:srgbClr val="5C6166"/>
                </a:solidFill>
                <a:latin typeface="Menlo" panose="020B0609030804020204" pitchFamily="49" charset="0"/>
              </a:rPr>
              <a:t>OnInputStreamReady</a:t>
            </a:r>
            <a:r>
              <a:rPr lang="en" altLang="zh-CN" sz="1050" b="1" dirty="0">
                <a:solidFill>
                  <a:srgbClr val="5C6166"/>
                </a:solidFill>
                <a:latin typeface="Menlo" panose="020B0609030804020204" pitchFamily="49" charset="0"/>
              </a:rPr>
              <a:t> [this=10def580]</a:t>
            </a:r>
          </a:p>
          <a:p>
            <a:endParaRPr lang="en-US" altLang="zh-CN" sz="1050" b="1" dirty="0">
              <a:solidFill>
                <a:srgbClr val="5C6166"/>
              </a:solidFill>
              <a:latin typeface="Menlo" panose="020B0609030804020204" pitchFamily="49" charset="0"/>
            </a:endParaRPr>
          </a:p>
          <a:p>
            <a:r>
              <a:rPr kumimoji="1" lang="zh-CN" altLang="en-US" dirty="0"/>
              <a:t>该条日志包含的内容为：</a:t>
            </a:r>
            <a:endParaRPr kumimoji="1" lang="en-US" altLang="zh-CN" dirty="0"/>
          </a:p>
          <a:p>
            <a:pPr marL="0" indent="0">
              <a:spcBef>
                <a:spcPts val="900"/>
              </a:spcBef>
              <a:buNone/>
            </a:pPr>
            <a:r>
              <a:rPr lang="en-US" altLang="zh-CN" sz="1050" dirty="0">
                <a:solidFill>
                  <a:srgbClr val="0E0E0E"/>
                </a:solidFill>
                <a:effectLst/>
                <a:latin typeface=".SF NS"/>
              </a:rPr>
              <a:t>• </a:t>
            </a:r>
            <a:r>
              <a:rPr lang="zh-CN" altLang="en-US" sz="1400" b="1" dirty="0">
                <a:solidFill>
                  <a:srgbClr val="0E0E0E"/>
                </a:solidFill>
                <a:latin typeface=".SF NS"/>
              </a:rPr>
              <a:t>时间戳</a:t>
            </a:r>
            <a:r>
              <a:rPr lang="en-US" altLang="zh-CN" sz="1400" b="1" dirty="0">
                <a:solidFill>
                  <a:srgbClr val="0E0E0E"/>
                </a:solidFill>
                <a:latin typeface=".SF NS"/>
              </a:rPr>
              <a:t>: </a:t>
            </a:r>
            <a:r>
              <a:rPr lang="en-US" altLang="zh-CN" sz="1400" dirty="0">
                <a:solidFill>
                  <a:srgbClr val="0E0E0E"/>
                </a:solidFill>
                <a:latin typeface=".SF NS"/>
              </a:rPr>
              <a:t>2018-11-03 02:44:43.813000 UTC</a:t>
            </a:r>
          </a:p>
          <a:p>
            <a:pPr marL="0" indent="0">
              <a:spcBef>
                <a:spcPts val="900"/>
              </a:spcBef>
              <a:buNone/>
            </a:pPr>
            <a:r>
              <a:rPr lang="en-US" altLang="zh-CN" sz="1050" dirty="0">
                <a:solidFill>
                  <a:srgbClr val="0E0E0E"/>
                </a:solidFill>
                <a:effectLst/>
                <a:latin typeface=".SF NS"/>
              </a:rPr>
              <a:t>• </a:t>
            </a:r>
            <a:r>
              <a:rPr lang="zh-CN" altLang="en-US" sz="1400" b="1" dirty="0">
                <a:solidFill>
                  <a:srgbClr val="0E0E0E"/>
                </a:solidFill>
                <a:latin typeface=".SF NS"/>
              </a:rPr>
              <a:t>线程信息</a:t>
            </a:r>
            <a:r>
              <a:rPr lang="en" altLang="zh-CN" sz="1400" b="1" dirty="0">
                <a:solidFill>
                  <a:srgbClr val="0E0E0E"/>
                </a:solidFill>
                <a:latin typeface=".SF NS"/>
              </a:rPr>
              <a:t>: </a:t>
            </a:r>
            <a:r>
              <a:rPr lang="en" altLang="zh-CN" sz="1400" dirty="0">
                <a:solidFill>
                  <a:srgbClr val="0E0E0E"/>
                </a:solidFill>
                <a:latin typeface=".SF NS"/>
              </a:rPr>
              <a:t>[Main Thread]</a:t>
            </a:r>
            <a:r>
              <a:rPr lang="zh-CN" altLang="en-US" sz="1400" dirty="0">
                <a:solidFill>
                  <a:srgbClr val="0E0E0E"/>
                </a:solidFill>
                <a:latin typeface=".SF NS"/>
              </a:rPr>
              <a:t>。</a:t>
            </a:r>
          </a:p>
          <a:p>
            <a:pPr marL="0" indent="0">
              <a:spcBef>
                <a:spcPts val="900"/>
              </a:spcBef>
              <a:buNone/>
            </a:pPr>
            <a:r>
              <a:rPr lang="en-US" altLang="zh-CN" sz="1050" dirty="0">
                <a:solidFill>
                  <a:srgbClr val="0E0E0E"/>
                </a:solidFill>
                <a:effectLst/>
                <a:latin typeface=".SF NS"/>
              </a:rPr>
              <a:t>• </a:t>
            </a:r>
            <a:r>
              <a:rPr lang="zh-CN" altLang="en-US" sz="1400" b="1" dirty="0">
                <a:solidFill>
                  <a:srgbClr val="0E0E0E"/>
                </a:solidFill>
                <a:latin typeface=".SF NS"/>
              </a:rPr>
              <a:t>调试信息</a:t>
            </a:r>
            <a:r>
              <a:rPr lang="en" altLang="zh-CN" sz="1400" b="1" dirty="0">
                <a:solidFill>
                  <a:srgbClr val="0E0E0E"/>
                </a:solidFill>
                <a:latin typeface=".SF NS"/>
              </a:rPr>
              <a:t>: </a:t>
            </a:r>
            <a:r>
              <a:rPr lang="en" altLang="zh-CN" sz="1400" dirty="0">
                <a:solidFill>
                  <a:srgbClr val="0E0E0E"/>
                </a:solidFill>
                <a:latin typeface=".SF NS"/>
              </a:rPr>
              <a:t>D/</a:t>
            </a:r>
            <a:r>
              <a:rPr lang="en" altLang="zh-CN" sz="1400" dirty="0" err="1">
                <a:solidFill>
                  <a:srgbClr val="0E0E0E"/>
                </a:solidFill>
                <a:latin typeface=".SF NS"/>
              </a:rPr>
              <a:t>nsStreamPump</a:t>
            </a:r>
            <a:r>
              <a:rPr lang="zh-CN" altLang="en-US" sz="1400" dirty="0">
                <a:solidFill>
                  <a:srgbClr val="0E0E0E"/>
                </a:solidFill>
                <a:latin typeface=".SF NS"/>
              </a:rPr>
              <a:t>。</a:t>
            </a:r>
          </a:p>
          <a:p>
            <a:pPr marL="0" indent="0">
              <a:spcBef>
                <a:spcPts val="900"/>
              </a:spcBef>
              <a:buNone/>
            </a:pPr>
            <a:r>
              <a:rPr lang="en-US" altLang="zh-CN" sz="1050" dirty="0">
                <a:solidFill>
                  <a:srgbClr val="0E0E0E"/>
                </a:solidFill>
                <a:effectLst/>
                <a:latin typeface=".SF NS"/>
              </a:rPr>
              <a:t>• </a:t>
            </a:r>
            <a:r>
              <a:rPr lang="zh-CN" altLang="en-US" sz="1400" b="1" dirty="0">
                <a:solidFill>
                  <a:srgbClr val="0E0E0E"/>
                </a:solidFill>
                <a:latin typeface=".SF NS"/>
              </a:rPr>
              <a:t>方法名</a:t>
            </a:r>
            <a:r>
              <a:rPr lang="en-US" altLang="zh-CN" sz="1400" b="1" dirty="0">
                <a:solidFill>
                  <a:srgbClr val="0E0E0E"/>
                </a:solidFill>
                <a:latin typeface=".SF NS"/>
              </a:rPr>
              <a:t>:</a:t>
            </a:r>
            <a:r>
              <a:rPr lang="en-US" altLang="zh-CN" sz="1050" dirty="0">
                <a:solidFill>
                  <a:srgbClr val="0E0E0E"/>
                </a:solidFill>
                <a:effectLst/>
                <a:latin typeface=".SF NS"/>
              </a:rPr>
              <a:t> </a:t>
            </a:r>
            <a:r>
              <a:rPr lang="en" altLang="zh-CN" sz="1400" dirty="0" err="1">
                <a:solidFill>
                  <a:srgbClr val="0E0E0E"/>
                </a:solidFill>
                <a:latin typeface=".SF NS"/>
              </a:rPr>
              <a:t>nsInputStreamPump</a:t>
            </a:r>
            <a:r>
              <a:rPr lang="en" altLang="zh-CN" sz="1400" dirty="0">
                <a:solidFill>
                  <a:srgbClr val="0E0E0E"/>
                </a:solidFill>
                <a:latin typeface=".SF NS"/>
              </a:rPr>
              <a:t>::</a:t>
            </a:r>
            <a:r>
              <a:rPr lang="en" altLang="zh-CN" sz="1400" dirty="0" err="1">
                <a:solidFill>
                  <a:srgbClr val="0E0E0E"/>
                </a:solidFill>
                <a:latin typeface=".SF NS"/>
              </a:rPr>
              <a:t>OnInputStreamReady</a:t>
            </a:r>
            <a:r>
              <a:rPr lang="zh-CN" altLang="en" sz="1400" dirty="0">
                <a:solidFill>
                  <a:srgbClr val="0E0E0E"/>
                </a:solidFill>
                <a:latin typeface=".SF NS"/>
              </a:rPr>
              <a:t>。</a:t>
            </a:r>
          </a:p>
          <a:p>
            <a:pPr marL="0" indent="0">
              <a:spcBef>
                <a:spcPts val="900"/>
              </a:spcBef>
              <a:buNone/>
            </a:pPr>
            <a:r>
              <a:rPr lang="en" altLang="zh-CN" sz="1050" dirty="0">
                <a:solidFill>
                  <a:srgbClr val="0E0E0E"/>
                </a:solidFill>
                <a:effectLst/>
                <a:latin typeface=".SF NS"/>
              </a:rPr>
              <a:t>• </a:t>
            </a:r>
            <a:r>
              <a:rPr lang="zh-CN" altLang="en-US" sz="1400" b="1" dirty="0">
                <a:solidFill>
                  <a:srgbClr val="0E0E0E"/>
                </a:solidFill>
                <a:latin typeface=".SF NS"/>
              </a:rPr>
              <a:t>对象指针</a:t>
            </a:r>
            <a:r>
              <a:rPr lang="en-US" altLang="zh-CN" sz="1400" b="1" dirty="0">
                <a:solidFill>
                  <a:srgbClr val="0E0E0E"/>
                </a:solidFill>
                <a:latin typeface=".SF NS"/>
              </a:rPr>
              <a:t>: </a:t>
            </a:r>
            <a:r>
              <a:rPr lang="en-US" altLang="zh-CN" sz="1400" dirty="0">
                <a:solidFill>
                  <a:srgbClr val="0E0E0E"/>
                </a:solidFill>
                <a:latin typeface=".SF NS"/>
              </a:rPr>
              <a:t>[this=10def580]</a:t>
            </a:r>
            <a:r>
              <a:rPr lang="zh-CN" altLang="en-US" sz="1400" dirty="0">
                <a:solidFill>
                  <a:srgbClr val="0E0E0E"/>
                </a:solidFill>
                <a:latin typeface=".SF NS"/>
              </a:rPr>
              <a:t>。</a:t>
            </a:r>
          </a:p>
          <a:p>
            <a:pPr marL="0" indent="0">
              <a:spcBef>
                <a:spcPts val="900"/>
              </a:spcBef>
              <a:buNone/>
            </a:pPr>
            <a:endParaRPr lang="en-US" altLang="zh-CN" sz="1050" dirty="0">
              <a:solidFill>
                <a:srgbClr val="0E0E0E"/>
              </a:solidFill>
              <a:latin typeface=".SF NS"/>
            </a:endParaRPr>
          </a:p>
          <a:p>
            <a:pPr marL="0" indent="0">
              <a:spcBef>
                <a:spcPts val="900"/>
              </a:spcBef>
              <a:buNone/>
            </a:pPr>
            <a:r>
              <a:rPr lang="en-US" altLang="zh-CN" sz="1050" dirty="0">
                <a:solidFill>
                  <a:srgbClr val="0E0E0E"/>
                </a:solidFill>
                <a:effectLst/>
                <a:latin typeface=".SF NS"/>
              </a:rPr>
              <a:t> </a:t>
            </a:r>
            <a:r>
              <a:rPr lang="zh-CN" altLang="en-US" sz="1400" b="1" dirty="0">
                <a:solidFill>
                  <a:srgbClr val="0E0E0E"/>
                </a:solidFill>
                <a:latin typeface=".SF NS"/>
              </a:rPr>
              <a:t>解释</a:t>
            </a:r>
            <a:r>
              <a:rPr lang="en-US" altLang="zh-CN" sz="1400" b="1" dirty="0">
                <a:solidFill>
                  <a:srgbClr val="0E0E0E"/>
                </a:solidFill>
                <a:latin typeface=".SF NS"/>
              </a:rPr>
              <a:t>:</a:t>
            </a:r>
            <a:r>
              <a:rPr lang="en-US" altLang="zh-CN" sz="1400" dirty="0">
                <a:solidFill>
                  <a:srgbClr val="0E0E0E"/>
                </a:solidFill>
                <a:latin typeface=".SF NS"/>
              </a:rPr>
              <a:t> 2018-11-03 02:44:43.813000</a:t>
            </a:r>
            <a:r>
              <a:rPr lang="zh-CN" altLang="en-US" sz="1400" dirty="0">
                <a:solidFill>
                  <a:srgbClr val="0E0E0E"/>
                </a:solidFill>
                <a:latin typeface=".SF NS"/>
              </a:rPr>
              <a:t>，在主线程上，</a:t>
            </a:r>
            <a:r>
              <a:rPr lang="en" altLang="zh-CN" sz="1400" dirty="0" err="1">
                <a:solidFill>
                  <a:srgbClr val="0E0E0E"/>
                </a:solidFill>
                <a:latin typeface=".SF NS"/>
              </a:rPr>
              <a:t>nsInputStreamPump</a:t>
            </a:r>
            <a:r>
              <a:rPr lang="en" altLang="zh-CN" sz="1400" dirty="0">
                <a:solidFill>
                  <a:srgbClr val="0E0E0E"/>
                </a:solidFill>
                <a:latin typeface=".SF NS"/>
              </a:rPr>
              <a:t> </a:t>
            </a:r>
            <a:r>
              <a:rPr lang="zh-CN" altLang="en-US" sz="1400" dirty="0">
                <a:solidFill>
                  <a:srgbClr val="0E0E0E"/>
                </a:solidFill>
                <a:latin typeface=".SF NS"/>
              </a:rPr>
              <a:t>类的实例（地址为 </a:t>
            </a:r>
            <a:r>
              <a:rPr lang="en-US" altLang="zh-CN" sz="1400" dirty="0">
                <a:solidFill>
                  <a:srgbClr val="0E0E0E"/>
                </a:solidFill>
                <a:latin typeface=".SF NS"/>
              </a:rPr>
              <a:t>10</a:t>
            </a:r>
            <a:r>
              <a:rPr lang="en" altLang="zh-CN" sz="1400" dirty="0">
                <a:solidFill>
                  <a:srgbClr val="0E0E0E"/>
                </a:solidFill>
                <a:latin typeface=".SF NS"/>
              </a:rPr>
              <a:t>def580</a:t>
            </a:r>
            <a:r>
              <a:rPr lang="zh-CN" altLang="en" sz="1400" dirty="0">
                <a:solidFill>
                  <a:srgbClr val="0E0E0E"/>
                </a:solidFill>
                <a:latin typeface=".SF NS"/>
              </a:rPr>
              <a:t>）</a:t>
            </a:r>
            <a:r>
              <a:rPr lang="zh-CN" altLang="en-US" sz="1400" dirty="0">
                <a:solidFill>
                  <a:srgbClr val="0E0E0E"/>
                </a:solidFill>
                <a:latin typeface=".SF NS"/>
              </a:rPr>
              <a:t>调用了 </a:t>
            </a:r>
            <a:r>
              <a:rPr lang="en" altLang="zh-CN" sz="1400" dirty="0" err="1">
                <a:solidFill>
                  <a:srgbClr val="0E0E0E"/>
                </a:solidFill>
                <a:latin typeface=".SF NS"/>
              </a:rPr>
              <a:t>OnInputStreamReady</a:t>
            </a:r>
            <a:r>
              <a:rPr lang="en" altLang="zh-CN" sz="1400" dirty="0">
                <a:solidFill>
                  <a:srgbClr val="0E0E0E"/>
                </a:solidFill>
                <a:latin typeface=".SF NS"/>
              </a:rPr>
              <a:t> </a:t>
            </a:r>
            <a:r>
              <a:rPr lang="zh-CN" altLang="en-US" sz="1400" dirty="0">
                <a:solidFill>
                  <a:srgbClr val="0E0E0E"/>
                </a:solidFill>
                <a:latin typeface=".SF NS"/>
              </a:rPr>
              <a:t>方法，表示某个输入流已经准备好供后续操作。这条日志是调试级别信息，记录了时间、线程、组件和方法调用的细节。</a:t>
            </a:r>
          </a:p>
          <a:p>
            <a:pPr marL="0" indent="0">
              <a:spcBef>
                <a:spcPts val="900"/>
              </a:spcBef>
              <a:buNone/>
            </a:pPr>
            <a:endParaRPr lang="zh-CN" altLang="en-US" sz="1050" b="1" dirty="0">
              <a:solidFill>
                <a:srgbClr val="5C6166"/>
              </a:solidFill>
              <a:latin typeface="Menlo" panose="020B0609030804020204" pitchFamily="49" charset="0"/>
            </a:endParaRPr>
          </a:p>
        </p:txBody>
      </p:sp>
    </p:spTree>
    <p:extLst>
      <p:ext uri="{BB962C8B-B14F-4D97-AF65-F5344CB8AC3E}">
        <p14:creationId xmlns:p14="http://schemas.microsoft.com/office/powerpoint/2010/main" val="21058503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1F62577-82A1-B55F-09C9-A2AA62B813AB}"/>
              </a:ext>
            </a:extLst>
          </p:cNvPr>
          <p:cNvSpPr>
            <a:spLocks noGrp="1"/>
          </p:cNvSpPr>
          <p:nvPr>
            <p:ph type="title"/>
          </p:nvPr>
        </p:nvSpPr>
        <p:spPr/>
        <p:txBody>
          <a:bodyPr>
            <a:noAutofit/>
          </a:bodyPr>
          <a:lstStyle/>
          <a:p>
            <a:r>
              <a:rPr lang="zh-CN" altLang="en-US" sz="2800" dirty="0">
                <a:solidFill>
                  <a:srgbClr val="0E0E0E"/>
                </a:solidFill>
                <a:effectLst/>
                <a:latin typeface=".SF NS"/>
              </a:rPr>
              <a:t>浏览器事件日志中包含的信息会根据事件的类型和记录级别（如 </a:t>
            </a:r>
            <a:r>
              <a:rPr lang="en" altLang="zh-CN" sz="2800" dirty="0">
                <a:solidFill>
                  <a:srgbClr val="0E0E0E"/>
                </a:solidFill>
                <a:effectLst/>
                <a:latin typeface=".SF NS"/>
              </a:rPr>
              <a:t>Debug</a:t>
            </a:r>
            <a:r>
              <a:rPr lang="zh-CN" altLang="en" sz="2800" dirty="0">
                <a:solidFill>
                  <a:srgbClr val="0E0E0E"/>
                </a:solidFill>
                <a:effectLst/>
                <a:latin typeface=".SF NS"/>
              </a:rPr>
              <a:t>、</a:t>
            </a:r>
            <a:r>
              <a:rPr lang="en" altLang="zh-CN" sz="2800" dirty="0">
                <a:solidFill>
                  <a:srgbClr val="0E0E0E"/>
                </a:solidFill>
                <a:effectLst/>
                <a:latin typeface=".SF NS"/>
              </a:rPr>
              <a:t>Info</a:t>
            </a:r>
            <a:r>
              <a:rPr lang="zh-CN" altLang="en" sz="2800" dirty="0">
                <a:solidFill>
                  <a:srgbClr val="0E0E0E"/>
                </a:solidFill>
                <a:effectLst/>
                <a:latin typeface=".SF NS"/>
              </a:rPr>
              <a:t>、</a:t>
            </a:r>
            <a:r>
              <a:rPr lang="en" altLang="zh-CN" sz="2800" dirty="0">
                <a:solidFill>
                  <a:srgbClr val="0E0E0E"/>
                </a:solidFill>
                <a:effectLst/>
                <a:latin typeface=".SF NS"/>
              </a:rPr>
              <a:t>Warning</a:t>
            </a:r>
            <a:r>
              <a:rPr lang="zh-CN" altLang="en" sz="2800" dirty="0">
                <a:solidFill>
                  <a:srgbClr val="0E0E0E"/>
                </a:solidFill>
                <a:effectLst/>
                <a:latin typeface=".SF NS"/>
              </a:rPr>
              <a:t>、</a:t>
            </a:r>
            <a:r>
              <a:rPr lang="en" altLang="zh-CN" sz="2800" dirty="0">
                <a:solidFill>
                  <a:srgbClr val="0E0E0E"/>
                </a:solidFill>
                <a:effectLst/>
                <a:latin typeface=".SF NS"/>
              </a:rPr>
              <a:t>Error</a:t>
            </a:r>
            <a:r>
              <a:rPr lang="zh-CN" altLang="en" sz="2800" dirty="0">
                <a:solidFill>
                  <a:srgbClr val="0E0E0E"/>
                </a:solidFill>
                <a:effectLst/>
                <a:latin typeface=".SF NS"/>
              </a:rPr>
              <a:t>）</a:t>
            </a:r>
            <a:r>
              <a:rPr lang="zh-CN" altLang="en-US" sz="2800" dirty="0">
                <a:solidFill>
                  <a:srgbClr val="0E0E0E"/>
                </a:solidFill>
                <a:effectLst/>
                <a:latin typeface=".SF NS"/>
              </a:rPr>
              <a:t>有所不同</a:t>
            </a:r>
          </a:p>
        </p:txBody>
      </p:sp>
      <p:sp>
        <p:nvSpPr>
          <p:cNvPr id="5" name="文本占位符 4">
            <a:extLst>
              <a:ext uri="{FF2B5EF4-FFF2-40B4-BE49-F238E27FC236}">
                <a16:creationId xmlns:a16="http://schemas.microsoft.com/office/drawing/2014/main" id="{72EFA944-D86C-EE9C-9A5D-E210ACA9188B}"/>
              </a:ext>
            </a:extLst>
          </p:cNvPr>
          <p:cNvSpPr>
            <a:spLocks noGrp="1"/>
          </p:cNvSpPr>
          <p:nvPr>
            <p:ph type="body" idx="1"/>
          </p:nvPr>
        </p:nvSpPr>
        <p:spPr>
          <a:xfrm>
            <a:off x="839788" y="1681163"/>
            <a:ext cx="5157787" cy="501320"/>
          </a:xfrm>
        </p:spPr>
        <p:txBody>
          <a:bodyPr/>
          <a:lstStyle/>
          <a:p>
            <a:r>
              <a:rPr lang="zh-CN" altLang="en-US" b="1" dirty="0">
                <a:solidFill>
                  <a:srgbClr val="0E0E0E"/>
                </a:solidFill>
                <a:effectLst/>
                <a:latin typeface=".SF NS"/>
              </a:rPr>
              <a:t>通用信息</a:t>
            </a:r>
            <a:endParaRPr lang="zh-CN" altLang="en-US" dirty="0"/>
          </a:p>
        </p:txBody>
      </p:sp>
      <p:sp>
        <p:nvSpPr>
          <p:cNvPr id="3" name="内容占位符 2">
            <a:extLst>
              <a:ext uri="{FF2B5EF4-FFF2-40B4-BE49-F238E27FC236}">
                <a16:creationId xmlns:a16="http://schemas.microsoft.com/office/drawing/2014/main" id="{4EB16AB6-85C2-DCEC-CDDD-7346288DD3B6}"/>
              </a:ext>
            </a:extLst>
          </p:cNvPr>
          <p:cNvSpPr>
            <a:spLocks noGrp="1"/>
          </p:cNvSpPr>
          <p:nvPr>
            <p:ph sz="half" idx="2"/>
          </p:nvPr>
        </p:nvSpPr>
        <p:spPr>
          <a:xfrm>
            <a:off x="839788" y="2182483"/>
            <a:ext cx="5157787" cy="4007180"/>
          </a:xfrm>
        </p:spPr>
        <p:txBody>
          <a:bodyPr>
            <a:noAutofit/>
          </a:bodyPr>
          <a:lstStyle/>
          <a:p>
            <a:pPr marL="0" indent="0">
              <a:spcBef>
                <a:spcPts val="900"/>
              </a:spcBef>
              <a:buNone/>
            </a:pPr>
            <a:r>
              <a:rPr lang="en-US" altLang="zh-CN" sz="900" dirty="0">
                <a:solidFill>
                  <a:srgbClr val="0E0E0E"/>
                </a:solidFill>
                <a:effectLst/>
                <a:latin typeface="Times New Roman" panose="02020603050405020304" pitchFamily="18" charset="0"/>
              </a:rPr>
              <a:t>1. </a:t>
            </a:r>
            <a:r>
              <a:rPr lang="zh-CN" altLang="en-US" sz="900" b="1" dirty="0">
                <a:solidFill>
                  <a:srgbClr val="0E0E0E"/>
                </a:solidFill>
                <a:effectLst/>
                <a:latin typeface=".SF NS"/>
              </a:rPr>
              <a:t>时间戳</a:t>
            </a:r>
            <a:endParaRPr lang="zh-CN" altLang="en-US" sz="900" dirty="0">
              <a:solidFill>
                <a:srgbClr val="0E0E0E"/>
              </a:solidFill>
              <a:effectLst/>
              <a:latin typeface="Times New Roman" panose="02020603050405020304" pitchFamily="18" charset="0"/>
            </a:endParaRPr>
          </a:p>
          <a:p>
            <a:pPr marL="457200" lvl="1" indent="0">
              <a:spcBef>
                <a:spcPts val="900"/>
              </a:spcBef>
              <a:buNone/>
            </a:pPr>
            <a:r>
              <a:rPr lang="en-US" altLang="zh-CN" sz="800" dirty="0">
                <a:solidFill>
                  <a:srgbClr val="0E0E0E"/>
                </a:solidFill>
                <a:latin typeface=".SF NS"/>
              </a:rPr>
              <a:t>• </a:t>
            </a:r>
            <a:r>
              <a:rPr lang="zh-CN" altLang="en-US" sz="800" dirty="0">
                <a:solidFill>
                  <a:srgbClr val="0E0E0E"/>
                </a:solidFill>
                <a:latin typeface=".SF NS"/>
              </a:rPr>
              <a:t>几乎所有日志都会记录时间戳，方便进行性能分析或问题追踪。</a:t>
            </a:r>
          </a:p>
          <a:p>
            <a:pPr marL="457200" lvl="1" indent="0">
              <a:spcBef>
                <a:spcPts val="900"/>
              </a:spcBef>
              <a:buNone/>
            </a:pPr>
            <a:r>
              <a:rPr lang="en-US" altLang="zh-CN" sz="800" dirty="0">
                <a:solidFill>
                  <a:srgbClr val="0E0E0E"/>
                </a:solidFill>
                <a:latin typeface=".SF NS"/>
              </a:rPr>
              <a:t>• </a:t>
            </a:r>
            <a:r>
              <a:rPr lang="zh-CN" altLang="en-US" sz="800" dirty="0">
                <a:solidFill>
                  <a:srgbClr val="0E0E0E"/>
                </a:solidFill>
                <a:latin typeface=".SF NS"/>
              </a:rPr>
              <a:t>格式可能是微秒级精确时间（如 </a:t>
            </a:r>
            <a:r>
              <a:rPr lang="en-US" altLang="zh-CN" sz="800" dirty="0">
                <a:solidFill>
                  <a:srgbClr val="0E0E0E"/>
                </a:solidFill>
                <a:latin typeface=".SF NS"/>
              </a:rPr>
              <a:t>2018-11-03 02:44:43.813000 </a:t>
            </a:r>
            <a:r>
              <a:rPr lang="en" altLang="zh-CN" sz="800" dirty="0">
                <a:solidFill>
                  <a:srgbClr val="0E0E0E"/>
                </a:solidFill>
                <a:latin typeface=".SF NS"/>
              </a:rPr>
              <a:t>UTC</a:t>
            </a:r>
            <a:r>
              <a:rPr lang="zh-CN" altLang="en" sz="800" dirty="0">
                <a:solidFill>
                  <a:srgbClr val="0E0E0E"/>
                </a:solidFill>
                <a:latin typeface=".SF NS"/>
              </a:rPr>
              <a:t>）</a:t>
            </a:r>
            <a:r>
              <a:rPr lang="zh-CN" altLang="en-US" sz="800" dirty="0">
                <a:solidFill>
                  <a:srgbClr val="0E0E0E"/>
                </a:solidFill>
                <a:latin typeface=".SF NS"/>
              </a:rPr>
              <a:t>或简单的时间日期。</a:t>
            </a:r>
          </a:p>
          <a:p>
            <a:pPr marL="0" indent="0">
              <a:spcBef>
                <a:spcPts val="900"/>
              </a:spcBef>
              <a:buNone/>
            </a:pPr>
            <a:r>
              <a:rPr lang="en-US" altLang="zh-CN" sz="900" dirty="0">
                <a:solidFill>
                  <a:srgbClr val="0E0E0E"/>
                </a:solidFill>
                <a:effectLst/>
                <a:latin typeface="Times New Roman" panose="02020603050405020304" pitchFamily="18" charset="0"/>
              </a:rPr>
              <a:t>2. </a:t>
            </a:r>
            <a:r>
              <a:rPr lang="zh-CN" altLang="en-US" sz="900" b="1" dirty="0">
                <a:solidFill>
                  <a:srgbClr val="0E0E0E"/>
                </a:solidFill>
                <a:effectLst/>
                <a:latin typeface=".SF NS"/>
              </a:rPr>
              <a:t>线程信息</a:t>
            </a:r>
            <a:endParaRPr lang="zh-CN" altLang="en-US" sz="900" dirty="0">
              <a:solidFill>
                <a:srgbClr val="0E0E0E"/>
              </a:solidFill>
              <a:effectLst/>
              <a:latin typeface="Times New Roman" panose="02020603050405020304" pitchFamily="18" charset="0"/>
            </a:endParaRPr>
          </a:p>
          <a:p>
            <a:pPr marL="457200" lvl="1" indent="0">
              <a:spcBef>
                <a:spcPts val="900"/>
              </a:spcBef>
              <a:buNone/>
            </a:pPr>
            <a:r>
              <a:rPr lang="en-US" altLang="zh-CN" sz="800" dirty="0">
                <a:solidFill>
                  <a:srgbClr val="0E0E0E"/>
                </a:solidFill>
                <a:latin typeface=".SF NS"/>
              </a:rPr>
              <a:t>• </a:t>
            </a:r>
            <a:r>
              <a:rPr lang="zh-CN" altLang="en-US" sz="800" dirty="0">
                <a:solidFill>
                  <a:srgbClr val="0E0E0E"/>
                </a:solidFill>
                <a:latin typeface=".SF NS"/>
              </a:rPr>
              <a:t>大多数浏览器事件会标明事件发生在哪个线程（如 </a:t>
            </a:r>
            <a:r>
              <a:rPr lang="en" altLang="zh-CN" sz="800" dirty="0">
                <a:solidFill>
                  <a:srgbClr val="0E0E0E"/>
                </a:solidFill>
                <a:latin typeface=".SF NS"/>
              </a:rPr>
              <a:t>Main Thread </a:t>
            </a:r>
            <a:r>
              <a:rPr lang="zh-CN" altLang="en-US" sz="800" dirty="0">
                <a:solidFill>
                  <a:srgbClr val="0E0E0E"/>
                </a:solidFill>
                <a:latin typeface=".SF NS"/>
              </a:rPr>
              <a:t>或 </a:t>
            </a:r>
            <a:r>
              <a:rPr lang="en" altLang="zh-CN" sz="800" dirty="0">
                <a:solidFill>
                  <a:srgbClr val="0E0E0E"/>
                </a:solidFill>
                <a:latin typeface=".SF NS"/>
              </a:rPr>
              <a:t>Worker Thread</a:t>
            </a:r>
            <a:r>
              <a:rPr lang="zh-CN" altLang="en" sz="800" dirty="0">
                <a:solidFill>
                  <a:srgbClr val="0E0E0E"/>
                </a:solidFill>
                <a:latin typeface=".SF NS"/>
              </a:rPr>
              <a:t>）。</a:t>
            </a:r>
          </a:p>
          <a:p>
            <a:pPr marL="457200" lvl="1" indent="0">
              <a:spcBef>
                <a:spcPts val="900"/>
              </a:spcBef>
              <a:buNone/>
            </a:pPr>
            <a:r>
              <a:rPr lang="en" altLang="zh-CN" sz="800" dirty="0">
                <a:solidFill>
                  <a:srgbClr val="0E0E0E"/>
                </a:solidFill>
                <a:latin typeface=".SF NS"/>
              </a:rPr>
              <a:t>• </a:t>
            </a:r>
            <a:r>
              <a:rPr lang="zh-CN" altLang="en-US" sz="800" dirty="0">
                <a:solidFill>
                  <a:srgbClr val="0E0E0E"/>
                </a:solidFill>
                <a:latin typeface=".SF NS"/>
              </a:rPr>
              <a:t>主线程上的事件通常与页面渲染、用户交互相关；而工作线程处理异步任务。</a:t>
            </a:r>
          </a:p>
          <a:p>
            <a:pPr marL="0" indent="0">
              <a:spcBef>
                <a:spcPts val="900"/>
              </a:spcBef>
              <a:buNone/>
            </a:pPr>
            <a:r>
              <a:rPr lang="en-US" altLang="zh-CN" sz="900" dirty="0">
                <a:solidFill>
                  <a:srgbClr val="0E0E0E"/>
                </a:solidFill>
                <a:effectLst/>
                <a:latin typeface="Times New Roman" panose="02020603050405020304" pitchFamily="18" charset="0"/>
              </a:rPr>
              <a:t>3. </a:t>
            </a:r>
            <a:r>
              <a:rPr lang="zh-CN" altLang="en-US" sz="900" b="1" dirty="0">
                <a:solidFill>
                  <a:srgbClr val="0E0E0E"/>
                </a:solidFill>
                <a:effectLst/>
                <a:latin typeface=".SF NS"/>
              </a:rPr>
              <a:t>模块</a:t>
            </a:r>
            <a:r>
              <a:rPr lang="en-US" altLang="zh-CN" sz="900" b="1" dirty="0">
                <a:solidFill>
                  <a:srgbClr val="0E0E0E"/>
                </a:solidFill>
                <a:effectLst/>
                <a:latin typeface=".SF NS"/>
              </a:rPr>
              <a:t>/</a:t>
            </a:r>
            <a:r>
              <a:rPr lang="zh-CN" altLang="en-US" sz="900" b="1" dirty="0">
                <a:solidFill>
                  <a:srgbClr val="0E0E0E"/>
                </a:solidFill>
                <a:effectLst/>
                <a:latin typeface=".SF NS"/>
              </a:rPr>
              <a:t>组件名称</a:t>
            </a:r>
            <a:endParaRPr lang="zh-CN" altLang="en-US" sz="900" dirty="0">
              <a:solidFill>
                <a:srgbClr val="0E0E0E"/>
              </a:solidFill>
              <a:effectLst/>
              <a:latin typeface=".SF NS"/>
            </a:endParaRPr>
          </a:p>
          <a:p>
            <a:pPr marL="457200" lvl="1" indent="0">
              <a:spcBef>
                <a:spcPts val="900"/>
              </a:spcBef>
              <a:buNone/>
            </a:pPr>
            <a:r>
              <a:rPr lang="en-US" altLang="zh-CN" sz="800" dirty="0">
                <a:solidFill>
                  <a:srgbClr val="0E0E0E"/>
                </a:solidFill>
                <a:latin typeface=".SF NS"/>
              </a:rPr>
              <a:t>• </a:t>
            </a:r>
            <a:r>
              <a:rPr lang="zh-CN" altLang="en-US" sz="800" dirty="0">
                <a:solidFill>
                  <a:srgbClr val="0E0E0E"/>
                </a:solidFill>
                <a:latin typeface=".SF NS"/>
              </a:rPr>
              <a:t>日志会指明事件所属的模块或类（如 </a:t>
            </a:r>
            <a:r>
              <a:rPr lang="en" altLang="zh-CN" sz="800" dirty="0" err="1">
                <a:solidFill>
                  <a:srgbClr val="0E0E0E"/>
                </a:solidFill>
                <a:latin typeface=".SF NS"/>
              </a:rPr>
              <a:t>nsStreamPump</a:t>
            </a:r>
            <a:r>
              <a:rPr lang="zh-CN" altLang="en" sz="800" dirty="0">
                <a:solidFill>
                  <a:srgbClr val="0E0E0E"/>
                </a:solidFill>
                <a:latin typeface=".SF NS"/>
              </a:rPr>
              <a:t>、</a:t>
            </a:r>
            <a:r>
              <a:rPr lang="en" altLang="zh-CN" sz="800" dirty="0" err="1">
                <a:solidFill>
                  <a:srgbClr val="0E0E0E"/>
                </a:solidFill>
                <a:latin typeface=".SF NS"/>
              </a:rPr>
              <a:t>nsHttpChannel</a:t>
            </a:r>
            <a:r>
              <a:rPr lang="zh-CN" altLang="en" sz="800" dirty="0">
                <a:solidFill>
                  <a:srgbClr val="0E0E0E"/>
                </a:solidFill>
                <a:latin typeface=".SF NS"/>
              </a:rPr>
              <a:t>）。</a:t>
            </a:r>
            <a:endParaRPr lang="en" altLang="zh-CN" sz="800" dirty="0">
              <a:solidFill>
                <a:srgbClr val="0E0E0E"/>
              </a:solidFill>
              <a:latin typeface=".SF NS"/>
            </a:endParaRPr>
          </a:p>
          <a:p>
            <a:pPr marL="457200" lvl="1" indent="0">
              <a:spcBef>
                <a:spcPts val="900"/>
              </a:spcBef>
              <a:buNone/>
            </a:pPr>
            <a:r>
              <a:rPr lang="en" altLang="zh-CN" sz="800" dirty="0">
                <a:solidFill>
                  <a:srgbClr val="0E0E0E"/>
                </a:solidFill>
                <a:latin typeface=".SF NS"/>
              </a:rPr>
              <a:t>• </a:t>
            </a:r>
            <a:r>
              <a:rPr lang="zh-CN" altLang="en-US" sz="800" dirty="0">
                <a:solidFill>
                  <a:srgbClr val="0E0E0E"/>
                </a:solidFill>
                <a:latin typeface=".SF NS"/>
              </a:rPr>
              <a:t>组件名称用于明确事件发生的具体功能模块，方便开发者排查问题。</a:t>
            </a:r>
          </a:p>
          <a:p>
            <a:pPr marL="0" indent="0">
              <a:spcBef>
                <a:spcPts val="900"/>
              </a:spcBef>
              <a:buNone/>
            </a:pPr>
            <a:r>
              <a:rPr lang="en-US" altLang="zh-CN" sz="900" dirty="0">
                <a:solidFill>
                  <a:srgbClr val="0E0E0E"/>
                </a:solidFill>
                <a:effectLst/>
                <a:latin typeface="Times New Roman" panose="02020603050405020304" pitchFamily="18" charset="0"/>
              </a:rPr>
              <a:t>4. </a:t>
            </a:r>
            <a:r>
              <a:rPr lang="zh-CN" altLang="en-US" sz="900" b="1" dirty="0">
                <a:solidFill>
                  <a:srgbClr val="0E0E0E"/>
                </a:solidFill>
                <a:effectLst/>
                <a:latin typeface=".SF NS"/>
              </a:rPr>
              <a:t>方法或操作名</a:t>
            </a:r>
            <a:endParaRPr lang="zh-CN" altLang="en-US" sz="900" dirty="0">
              <a:solidFill>
                <a:srgbClr val="0E0E0E"/>
              </a:solidFill>
              <a:effectLst/>
              <a:latin typeface=".SF NS"/>
            </a:endParaRPr>
          </a:p>
          <a:p>
            <a:pPr marL="457200" lvl="1" indent="0">
              <a:spcBef>
                <a:spcPts val="900"/>
              </a:spcBef>
              <a:buNone/>
            </a:pPr>
            <a:r>
              <a:rPr lang="en-US" altLang="zh-CN" sz="800" dirty="0">
                <a:solidFill>
                  <a:srgbClr val="0E0E0E"/>
                </a:solidFill>
                <a:effectLst/>
                <a:latin typeface=".SF NS"/>
              </a:rPr>
              <a:t>• </a:t>
            </a:r>
            <a:r>
              <a:rPr lang="zh-CN" altLang="en-US" sz="800" dirty="0">
                <a:solidFill>
                  <a:srgbClr val="0E0E0E"/>
                </a:solidFill>
                <a:effectLst/>
                <a:latin typeface=".SF NS"/>
              </a:rPr>
              <a:t>事件日志会说明调用了哪个方法或触发了什么操作（如 </a:t>
            </a:r>
            <a:r>
              <a:rPr lang="en" altLang="zh-CN" sz="800" dirty="0" err="1">
                <a:solidFill>
                  <a:srgbClr val="0E0E0E"/>
                </a:solidFill>
                <a:effectLst/>
                <a:latin typeface=".AppleSystemUIFontMonospaced"/>
              </a:rPr>
              <a:t>OnInputStreamReady</a:t>
            </a:r>
            <a:r>
              <a:rPr lang="zh-CN" altLang="en" sz="800" dirty="0">
                <a:solidFill>
                  <a:srgbClr val="0E0E0E"/>
                </a:solidFill>
                <a:effectLst/>
                <a:latin typeface=".SF NS"/>
              </a:rPr>
              <a:t>、</a:t>
            </a:r>
            <a:r>
              <a:rPr lang="en" altLang="zh-CN" sz="800" dirty="0" err="1">
                <a:solidFill>
                  <a:srgbClr val="0E0E0E"/>
                </a:solidFill>
                <a:effectLst/>
                <a:latin typeface=".AppleSystemUIFontMonospaced"/>
              </a:rPr>
              <a:t>OnDataAvailable</a:t>
            </a:r>
            <a:r>
              <a:rPr lang="zh-CN" altLang="en" sz="800" dirty="0">
                <a:solidFill>
                  <a:srgbClr val="0E0E0E"/>
                </a:solidFill>
                <a:effectLst/>
                <a:latin typeface=".SF NS"/>
              </a:rPr>
              <a:t>）。</a:t>
            </a:r>
            <a:endParaRPr lang="en" altLang="zh-CN" sz="800" dirty="0">
              <a:solidFill>
                <a:srgbClr val="0E0E0E"/>
              </a:solidFill>
              <a:effectLst/>
              <a:latin typeface=".AppleSystemUIFontMonospaced"/>
            </a:endParaRPr>
          </a:p>
          <a:p>
            <a:pPr marL="457200" lvl="1" indent="0">
              <a:spcBef>
                <a:spcPts val="900"/>
              </a:spcBef>
              <a:buNone/>
            </a:pPr>
            <a:r>
              <a:rPr lang="en" altLang="zh-CN" sz="800" dirty="0">
                <a:solidFill>
                  <a:srgbClr val="0E0E0E"/>
                </a:solidFill>
                <a:effectLst/>
                <a:latin typeface=".SF NS"/>
              </a:rPr>
              <a:t>• </a:t>
            </a:r>
            <a:r>
              <a:rPr lang="zh-CN" altLang="en-US" sz="800" dirty="0">
                <a:solidFill>
                  <a:srgbClr val="0E0E0E"/>
                </a:solidFill>
                <a:effectLst/>
                <a:latin typeface=".SF NS"/>
              </a:rPr>
              <a:t>对于特定的功能场景（如网络请求、文件读写），方法名可以直接揭示操作的含义。</a:t>
            </a:r>
          </a:p>
          <a:p>
            <a:pPr marL="0" indent="0">
              <a:spcBef>
                <a:spcPts val="900"/>
              </a:spcBef>
              <a:buNone/>
            </a:pPr>
            <a:r>
              <a:rPr lang="en-US" altLang="zh-CN" sz="900" dirty="0">
                <a:solidFill>
                  <a:srgbClr val="0E0E0E"/>
                </a:solidFill>
                <a:effectLst/>
                <a:latin typeface="Times New Roman" panose="02020603050405020304" pitchFamily="18" charset="0"/>
              </a:rPr>
              <a:t>5. </a:t>
            </a:r>
            <a:r>
              <a:rPr lang="zh-CN" altLang="en-US" sz="900" b="1" dirty="0">
                <a:solidFill>
                  <a:srgbClr val="0E0E0E"/>
                </a:solidFill>
                <a:effectLst/>
                <a:latin typeface=".SF NS"/>
              </a:rPr>
              <a:t>对象指针或标识</a:t>
            </a:r>
            <a:endParaRPr lang="zh-CN" altLang="en-US" sz="900" dirty="0">
              <a:solidFill>
                <a:srgbClr val="0E0E0E"/>
              </a:solidFill>
              <a:effectLst/>
              <a:latin typeface=".SF NS"/>
            </a:endParaRPr>
          </a:p>
          <a:p>
            <a:pPr marL="457200" lvl="1" indent="0">
              <a:spcBef>
                <a:spcPts val="900"/>
              </a:spcBef>
              <a:buNone/>
            </a:pPr>
            <a:r>
              <a:rPr lang="en-US" altLang="zh-CN" sz="800" dirty="0">
                <a:solidFill>
                  <a:srgbClr val="0E0E0E"/>
                </a:solidFill>
                <a:effectLst/>
                <a:latin typeface=".SF NS"/>
              </a:rPr>
              <a:t>• </a:t>
            </a:r>
            <a:r>
              <a:rPr lang="zh-CN" altLang="en-US" sz="800" dirty="0">
                <a:solidFill>
                  <a:srgbClr val="0E0E0E"/>
                </a:solidFill>
                <a:effectLst/>
                <a:latin typeface=".SF NS"/>
              </a:rPr>
              <a:t>对于涉及多个实例的组件，日志常用指针地址或唯一标识符（如 </a:t>
            </a:r>
            <a:r>
              <a:rPr lang="en-US" altLang="zh-CN" sz="800" dirty="0">
                <a:solidFill>
                  <a:srgbClr val="0E0E0E"/>
                </a:solidFill>
                <a:effectLst/>
                <a:latin typeface=".AppleSystemUIFontMonospaced"/>
              </a:rPr>
              <a:t>[</a:t>
            </a:r>
            <a:r>
              <a:rPr lang="en" altLang="zh-CN" sz="800" dirty="0">
                <a:solidFill>
                  <a:srgbClr val="0E0E0E"/>
                </a:solidFill>
                <a:effectLst/>
                <a:latin typeface=".AppleSystemUIFontMonospaced"/>
              </a:rPr>
              <a:t>this=10def580]</a:t>
            </a:r>
            <a:r>
              <a:rPr lang="zh-CN" altLang="en" sz="800" dirty="0">
                <a:solidFill>
                  <a:srgbClr val="0E0E0E"/>
                </a:solidFill>
                <a:effectLst/>
                <a:latin typeface=".SF NS"/>
              </a:rPr>
              <a:t>）</a:t>
            </a:r>
            <a:r>
              <a:rPr lang="zh-CN" altLang="en-US" sz="800" dirty="0">
                <a:solidFill>
                  <a:srgbClr val="0E0E0E"/>
                </a:solidFill>
                <a:effectLst/>
                <a:latin typeface=".SF NS"/>
              </a:rPr>
              <a:t>来区分实例。</a:t>
            </a:r>
          </a:p>
          <a:p>
            <a:pPr marL="457200" lvl="1" indent="0">
              <a:spcBef>
                <a:spcPts val="900"/>
              </a:spcBef>
              <a:buNone/>
            </a:pPr>
            <a:r>
              <a:rPr lang="en-US" altLang="zh-CN" sz="800" dirty="0">
                <a:solidFill>
                  <a:srgbClr val="0E0E0E"/>
                </a:solidFill>
                <a:effectLst/>
                <a:latin typeface=".SF NS"/>
              </a:rPr>
              <a:t>• </a:t>
            </a:r>
            <a:r>
              <a:rPr lang="zh-CN" altLang="en-US" sz="800" dirty="0">
                <a:solidFill>
                  <a:srgbClr val="0E0E0E"/>
                </a:solidFill>
                <a:effectLst/>
                <a:latin typeface=".SF NS"/>
              </a:rPr>
              <a:t>这部分信息在跟踪特定对象生命周期时尤其重要。</a:t>
            </a:r>
          </a:p>
        </p:txBody>
      </p:sp>
      <p:sp>
        <p:nvSpPr>
          <p:cNvPr id="6" name="文本占位符 5">
            <a:extLst>
              <a:ext uri="{FF2B5EF4-FFF2-40B4-BE49-F238E27FC236}">
                <a16:creationId xmlns:a16="http://schemas.microsoft.com/office/drawing/2014/main" id="{892435C0-5B60-4F76-5B29-616D509AD3FB}"/>
              </a:ext>
            </a:extLst>
          </p:cNvPr>
          <p:cNvSpPr>
            <a:spLocks noGrp="1"/>
          </p:cNvSpPr>
          <p:nvPr>
            <p:ph type="body" sz="quarter" idx="3"/>
          </p:nvPr>
        </p:nvSpPr>
        <p:spPr>
          <a:xfrm>
            <a:off x="6172200" y="1681163"/>
            <a:ext cx="5183188" cy="501320"/>
          </a:xfrm>
        </p:spPr>
        <p:txBody>
          <a:bodyPr/>
          <a:lstStyle/>
          <a:p>
            <a:r>
              <a:rPr lang="zh-CN" altLang="en-US" b="1" dirty="0">
                <a:solidFill>
                  <a:srgbClr val="0E0E0E"/>
                </a:solidFill>
                <a:effectLst/>
                <a:latin typeface=".SF NS"/>
              </a:rPr>
              <a:t>不同类型事件的特点</a:t>
            </a:r>
            <a:endParaRPr lang="zh-CN" altLang="en-US" dirty="0">
              <a:solidFill>
                <a:srgbClr val="0E0E0E"/>
              </a:solidFill>
              <a:effectLst/>
              <a:latin typeface=".SF NS"/>
            </a:endParaRPr>
          </a:p>
        </p:txBody>
      </p:sp>
      <p:sp>
        <p:nvSpPr>
          <p:cNvPr id="7" name="内容占位符 6">
            <a:extLst>
              <a:ext uri="{FF2B5EF4-FFF2-40B4-BE49-F238E27FC236}">
                <a16:creationId xmlns:a16="http://schemas.microsoft.com/office/drawing/2014/main" id="{7A12BB8B-6175-EF59-6788-A6B5C098789A}"/>
              </a:ext>
            </a:extLst>
          </p:cNvPr>
          <p:cNvSpPr>
            <a:spLocks noGrp="1"/>
          </p:cNvSpPr>
          <p:nvPr>
            <p:ph sz="quarter" idx="4"/>
          </p:nvPr>
        </p:nvSpPr>
        <p:spPr>
          <a:xfrm>
            <a:off x="6172200" y="2182483"/>
            <a:ext cx="5183188" cy="4007180"/>
          </a:xfrm>
        </p:spPr>
        <p:txBody>
          <a:bodyPr>
            <a:normAutofit fontScale="32500" lnSpcReduction="20000"/>
          </a:bodyPr>
          <a:lstStyle/>
          <a:p>
            <a:pPr marL="0" indent="0">
              <a:spcBef>
                <a:spcPts val="900"/>
              </a:spcBef>
              <a:buNone/>
            </a:pPr>
            <a:r>
              <a:rPr lang="en-US" altLang="zh-CN" dirty="0">
                <a:solidFill>
                  <a:srgbClr val="0E0E0E"/>
                </a:solidFill>
                <a:effectLst/>
                <a:latin typeface="Times New Roman" panose="02020603050405020304" pitchFamily="18" charset="0"/>
              </a:rPr>
              <a:t>1. </a:t>
            </a:r>
            <a:r>
              <a:rPr lang="zh-CN" altLang="en-US" b="1" dirty="0">
                <a:solidFill>
                  <a:srgbClr val="0E0E0E"/>
                </a:solidFill>
                <a:effectLst/>
                <a:latin typeface=".SF NS"/>
              </a:rPr>
              <a:t>网络相关事件</a:t>
            </a:r>
            <a:endParaRPr lang="zh-CN" altLang="en-US" dirty="0">
              <a:solidFill>
                <a:srgbClr val="0E0E0E"/>
              </a:solidFill>
              <a:effectLst/>
              <a:latin typeface=".SF NS"/>
            </a:endParaRPr>
          </a:p>
          <a:p>
            <a:pPr marL="457200" lvl="1"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涉及的组件：</a:t>
            </a:r>
            <a:r>
              <a:rPr lang="en" altLang="zh-CN" dirty="0" err="1">
                <a:solidFill>
                  <a:srgbClr val="0E0E0E"/>
                </a:solidFill>
                <a:effectLst/>
                <a:latin typeface=".AppleSystemUIFontMonospaced"/>
              </a:rPr>
              <a:t>nsHttpChannel</a:t>
            </a:r>
            <a:r>
              <a:rPr lang="zh-CN" altLang="en" dirty="0">
                <a:solidFill>
                  <a:srgbClr val="0E0E0E"/>
                </a:solidFill>
                <a:effectLst/>
                <a:latin typeface=".SF NS"/>
              </a:rPr>
              <a:t>、</a:t>
            </a:r>
            <a:r>
              <a:rPr lang="en" altLang="zh-CN" dirty="0" err="1">
                <a:solidFill>
                  <a:srgbClr val="0E0E0E"/>
                </a:solidFill>
                <a:effectLst/>
                <a:latin typeface=".AppleSystemUIFontMonospaced"/>
              </a:rPr>
              <a:t>nsStreamPump</a:t>
            </a:r>
            <a:r>
              <a:rPr lang="en" altLang="zh-CN" dirty="0">
                <a:solidFill>
                  <a:srgbClr val="0E0E0E"/>
                </a:solidFill>
                <a:effectLst/>
                <a:latin typeface=".SF NS"/>
              </a:rPr>
              <a:t> </a:t>
            </a:r>
            <a:r>
              <a:rPr lang="zh-CN" altLang="en-US" dirty="0">
                <a:solidFill>
                  <a:srgbClr val="0E0E0E"/>
                </a:solidFill>
                <a:effectLst/>
                <a:latin typeface=".SF NS"/>
              </a:rPr>
              <a:t>等。</a:t>
            </a:r>
            <a:endParaRPr lang="zh-CN" altLang="en-US" dirty="0">
              <a:solidFill>
                <a:srgbClr val="0E0E0E"/>
              </a:solidFill>
              <a:effectLst/>
              <a:latin typeface=".AppleSystemUIFontMonospaced"/>
            </a:endParaRPr>
          </a:p>
          <a:p>
            <a:pPr marL="457200" lvl="1"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包含信息：请求</a:t>
            </a:r>
            <a:r>
              <a:rPr lang="en-US" altLang="zh-CN" dirty="0">
                <a:solidFill>
                  <a:srgbClr val="0E0E0E"/>
                </a:solidFill>
                <a:effectLst/>
                <a:latin typeface=".SF NS"/>
              </a:rPr>
              <a:t>/</a:t>
            </a:r>
            <a:r>
              <a:rPr lang="zh-CN" altLang="en-US" dirty="0">
                <a:solidFill>
                  <a:srgbClr val="0E0E0E"/>
                </a:solidFill>
                <a:effectLst/>
                <a:latin typeface=".SF NS"/>
              </a:rPr>
              <a:t>响应时间、</a:t>
            </a:r>
            <a:r>
              <a:rPr lang="en" altLang="zh-CN" dirty="0">
                <a:solidFill>
                  <a:srgbClr val="0E0E0E"/>
                </a:solidFill>
                <a:effectLst/>
                <a:latin typeface=".SF NS"/>
              </a:rPr>
              <a:t>URL</a:t>
            </a:r>
            <a:r>
              <a:rPr lang="zh-CN" altLang="en" dirty="0">
                <a:solidFill>
                  <a:srgbClr val="0E0E0E"/>
                </a:solidFill>
                <a:effectLst/>
                <a:latin typeface=".SF NS"/>
              </a:rPr>
              <a:t>、</a:t>
            </a:r>
            <a:r>
              <a:rPr lang="zh-CN" altLang="en-US" dirty="0">
                <a:solidFill>
                  <a:srgbClr val="0E0E0E"/>
                </a:solidFill>
                <a:effectLst/>
                <a:latin typeface=".SF NS"/>
              </a:rPr>
              <a:t>状态码、数据量（如 </a:t>
            </a:r>
            <a:r>
              <a:rPr lang="en" altLang="zh-CN" dirty="0" err="1">
                <a:solidFill>
                  <a:srgbClr val="0E0E0E"/>
                </a:solidFill>
                <a:effectLst/>
                <a:latin typeface=".AppleSystemUIFontMonospaced"/>
              </a:rPr>
              <a:t>OnStartRequest</a:t>
            </a:r>
            <a:r>
              <a:rPr lang="zh-CN" altLang="en" dirty="0">
                <a:solidFill>
                  <a:srgbClr val="0E0E0E"/>
                </a:solidFill>
                <a:effectLst/>
                <a:latin typeface=".SF NS"/>
              </a:rPr>
              <a:t>、</a:t>
            </a:r>
            <a:r>
              <a:rPr lang="en" altLang="zh-CN" dirty="0" err="1">
                <a:solidFill>
                  <a:srgbClr val="0E0E0E"/>
                </a:solidFill>
                <a:effectLst/>
                <a:latin typeface=".AppleSystemUIFontMonospaced"/>
              </a:rPr>
              <a:t>OnStopRequest</a:t>
            </a:r>
            <a:r>
              <a:rPr lang="zh-CN" altLang="en" dirty="0">
                <a:solidFill>
                  <a:srgbClr val="0E0E0E"/>
                </a:solidFill>
                <a:effectLst/>
                <a:latin typeface=".SF NS"/>
              </a:rPr>
              <a:t>）。</a:t>
            </a:r>
          </a:p>
          <a:p>
            <a:pPr marL="0" indent="0">
              <a:spcBef>
                <a:spcPts val="900"/>
              </a:spcBef>
              <a:buNone/>
            </a:pPr>
            <a:r>
              <a:rPr lang="en" altLang="zh-CN" dirty="0">
                <a:solidFill>
                  <a:srgbClr val="0E0E0E"/>
                </a:solidFill>
                <a:effectLst/>
                <a:latin typeface="Times New Roman" panose="02020603050405020304" pitchFamily="18" charset="0"/>
              </a:rPr>
              <a:t>2. </a:t>
            </a:r>
            <a:r>
              <a:rPr lang="zh-CN" altLang="en-US" b="1" dirty="0">
                <a:solidFill>
                  <a:srgbClr val="0E0E0E"/>
                </a:solidFill>
                <a:effectLst/>
                <a:latin typeface=".SF NS"/>
              </a:rPr>
              <a:t>用户交互事件</a:t>
            </a:r>
            <a:endParaRPr lang="zh-CN" altLang="en-US" dirty="0">
              <a:solidFill>
                <a:srgbClr val="0E0E0E"/>
              </a:solidFill>
              <a:effectLst/>
              <a:latin typeface=".SF NS"/>
            </a:endParaRPr>
          </a:p>
          <a:p>
            <a:pPr marL="457200" lvl="1"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涉及的组件：</a:t>
            </a:r>
            <a:r>
              <a:rPr lang="en" altLang="zh-CN" dirty="0" err="1">
                <a:solidFill>
                  <a:srgbClr val="0E0E0E"/>
                </a:solidFill>
                <a:effectLst/>
                <a:latin typeface=".AppleSystemUIFontMonospaced"/>
              </a:rPr>
              <a:t>DOMEvent</a:t>
            </a:r>
            <a:r>
              <a:rPr lang="zh-CN" altLang="en" dirty="0">
                <a:solidFill>
                  <a:srgbClr val="0E0E0E"/>
                </a:solidFill>
                <a:effectLst/>
                <a:latin typeface=".SF NS"/>
              </a:rPr>
              <a:t>、</a:t>
            </a:r>
            <a:r>
              <a:rPr lang="en" altLang="zh-CN" dirty="0" err="1">
                <a:solidFill>
                  <a:srgbClr val="0E0E0E"/>
                </a:solidFill>
                <a:effectLst/>
                <a:latin typeface=".AppleSystemUIFontMonospaced"/>
              </a:rPr>
              <a:t>InputEvent</a:t>
            </a:r>
            <a:r>
              <a:rPr lang="en" altLang="zh-CN" dirty="0">
                <a:solidFill>
                  <a:srgbClr val="0E0E0E"/>
                </a:solidFill>
                <a:effectLst/>
                <a:latin typeface=".SF NS"/>
              </a:rPr>
              <a:t> </a:t>
            </a:r>
            <a:r>
              <a:rPr lang="zh-CN" altLang="en-US" dirty="0">
                <a:solidFill>
                  <a:srgbClr val="0E0E0E"/>
                </a:solidFill>
                <a:effectLst/>
                <a:latin typeface=".SF NS"/>
              </a:rPr>
              <a:t>等。</a:t>
            </a:r>
            <a:endParaRPr lang="zh-CN" altLang="en-US" dirty="0">
              <a:solidFill>
                <a:srgbClr val="0E0E0E"/>
              </a:solidFill>
              <a:effectLst/>
              <a:latin typeface=".AppleSystemUIFontMonospaced"/>
            </a:endParaRPr>
          </a:p>
          <a:p>
            <a:pPr marL="457200" lvl="1"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包含信息：事件类型（如点击、键盘输入）、目标元素、事件处理状态。</a:t>
            </a:r>
          </a:p>
          <a:p>
            <a:pPr marL="0" indent="0">
              <a:spcBef>
                <a:spcPts val="900"/>
              </a:spcBef>
              <a:buNone/>
            </a:pPr>
            <a:r>
              <a:rPr lang="en-US" altLang="zh-CN" dirty="0">
                <a:solidFill>
                  <a:srgbClr val="0E0E0E"/>
                </a:solidFill>
                <a:effectLst/>
                <a:latin typeface="Times New Roman" panose="02020603050405020304" pitchFamily="18" charset="0"/>
              </a:rPr>
              <a:t>3. </a:t>
            </a:r>
            <a:r>
              <a:rPr lang="zh-CN" altLang="en-US" b="1" dirty="0">
                <a:solidFill>
                  <a:srgbClr val="0E0E0E"/>
                </a:solidFill>
                <a:effectLst/>
                <a:latin typeface=".SF NS"/>
              </a:rPr>
              <a:t>页面加载事件</a:t>
            </a:r>
            <a:endParaRPr lang="zh-CN" altLang="en-US" dirty="0">
              <a:solidFill>
                <a:srgbClr val="0E0E0E"/>
              </a:solidFill>
              <a:effectLst/>
              <a:latin typeface=".SF NS"/>
            </a:endParaRPr>
          </a:p>
          <a:p>
            <a:pPr marL="457200" lvl="1"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涉及的组件：</a:t>
            </a:r>
            <a:r>
              <a:rPr lang="en" altLang="zh-CN" dirty="0" err="1">
                <a:solidFill>
                  <a:srgbClr val="0E0E0E"/>
                </a:solidFill>
                <a:effectLst/>
                <a:latin typeface=".AppleSystemUIFontMonospaced"/>
              </a:rPr>
              <a:t>DocumentLoad</a:t>
            </a:r>
            <a:r>
              <a:rPr lang="zh-CN" altLang="en" dirty="0">
                <a:solidFill>
                  <a:srgbClr val="0E0E0E"/>
                </a:solidFill>
                <a:effectLst/>
                <a:latin typeface=".SF NS"/>
              </a:rPr>
              <a:t>、</a:t>
            </a:r>
            <a:r>
              <a:rPr lang="en" altLang="zh-CN" dirty="0">
                <a:solidFill>
                  <a:srgbClr val="0E0E0E"/>
                </a:solidFill>
                <a:effectLst/>
                <a:latin typeface=".AppleSystemUIFontMonospaced"/>
              </a:rPr>
              <a:t>Layout</a:t>
            </a:r>
            <a:r>
              <a:rPr lang="en" altLang="zh-CN" dirty="0">
                <a:solidFill>
                  <a:srgbClr val="0E0E0E"/>
                </a:solidFill>
                <a:effectLst/>
                <a:latin typeface=".SF NS"/>
              </a:rPr>
              <a:t> </a:t>
            </a:r>
            <a:r>
              <a:rPr lang="zh-CN" altLang="en-US" dirty="0">
                <a:solidFill>
                  <a:srgbClr val="0E0E0E"/>
                </a:solidFill>
                <a:effectLst/>
                <a:latin typeface=".SF NS"/>
              </a:rPr>
              <a:t>等。</a:t>
            </a:r>
            <a:endParaRPr lang="zh-CN" altLang="en-US" dirty="0">
              <a:solidFill>
                <a:srgbClr val="0E0E0E"/>
              </a:solidFill>
              <a:effectLst/>
              <a:latin typeface=".AppleSystemUIFontMonospaced"/>
            </a:endParaRPr>
          </a:p>
          <a:p>
            <a:pPr marL="457200" lvl="1"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包含信息：文档状态（如解析、加载完成）、资源统计、布局刷新。</a:t>
            </a:r>
          </a:p>
          <a:p>
            <a:pPr marL="0" indent="0">
              <a:spcBef>
                <a:spcPts val="900"/>
              </a:spcBef>
              <a:buNone/>
            </a:pPr>
            <a:r>
              <a:rPr lang="en-US" altLang="zh-CN" dirty="0">
                <a:solidFill>
                  <a:srgbClr val="0E0E0E"/>
                </a:solidFill>
                <a:effectLst/>
                <a:latin typeface="Times New Roman" panose="02020603050405020304" pitchFamily="18" charset="0"/>
              </a:rPr>
              <a:t>4. </a:t>
            </a:r>
            <a:r>
              <a:rPr lang="zh-CN" altLang="en-US" b="1" dirty="0">
                <a:solidFill>
                  <a:srgbClr val="0E0E0E"/>
                </a:solidFill>
                <a:effectLst/>
                <a:latin typeface=".SF NS"/>
              </a:rPr>
              <a:t>性能与优化事件</a:t>
            </a:r>
            <a:endParaRPr lang="zh-CN" altLang="en-US" dirty="0">
              <a:solidFill>
                <a:srgbClr val="0E0E0E"/>
              </a:solidFill>
              <a:effectLst/>
              <a:latin typeface=".SF NS"/>
            </a:endParaRPr>
          </a:p>
          <a:p>
            <a:pPr marL="457200" lvl="1"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涉及的组件：</a:t>
            </a:r>
            <a:r>
              <a:rPr lang="en" altLang="zh-CN" dirty="0" err="1">
                <a:solidFill>
                  <a:srgbClr val="0E0E0E"/>
                </a:solidFill>
                <a:effectLst/>
                <a:latin typeface=".AppleSystemUIFontMonospaced"/>
              </a:rPr>
              <a:t>PerformanceTiming</a:t>
            </a:r>
            <a:r>
              <a:rPr lang="zh-CN" altLang="en" dirty="0">
                <a:solidFill>
                  <a:srgbClr val="0E0E0E"/>
                </a:solidFill>
                <a:effectLst/>
                <a:latin typeface=".SF NS"/>
              </a:rPr>
              <a:t>、</a:t>
            </a:r>
            <a:r>
              <a:rPr lang="en" altLang="zh-CN" dirty="0">
                <a:solidFill>
                  <a:srgbClr val="0E0E0E"/>
                </a:solidFill>
                <a:effectLst/>
                <a:latin typeface=".AppleSystemUIFontMonospaced"/>
              </a:rPr>
              <a:t>GC</a:t>
            </a:r>
            <a:r>
              <a:rPr lang="zh-CN" altLang="en" dirty="0">
                <a:solidFill>
                  <a:srgbClr val="0E0E0E"/>
                </a:solidFill>
                <a:effectLst/>
                <a:latin typeface=".SF NS"/>
              </a:rPr>
              <a:t>（</a:t>
            </a:r>
            <a:r>
              <a:rPr lang="zh-CN" altLang="en-US" dirty="0">
                <a:solidFill>
                  <a:srgbClr val="0E0E0E"/>
                </a:solidFill>
                <a:effectLst/>
                <a:latin typeface=".SF NS"/>
              </a:rPr>
              <a:t>垃圾回收）等。</a:t>
            </a:r>
            <a:endParaRPr lang="zh-CN" altLang="en-US" dirty="0">
              <a:solidFill>
                <a:srgbClr val="0E0E0E"/>
              </a:solidFill>
              <a:effectLst/>
              <a:latin typeface=".AppleSystemUIFontMonospaced"/>
            </a:endParaRPr>
          </a:p>
          <a:p>
            <a:pPr marL="457200" lvl="1"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包含信息：时间开销、内存使用、帧率等。</a:t>
            </a:r>
          </a:p>
          <a:p>
            <a:pPr marL="0" indent="0">
              <a:spcBef>
                <a:spcPts val="900"/>
              </a:spcBef>
              <a:buNone/>
            </a:pPr>
            <a:r>
              <a:rPr lang="en-US" altLang="zh-CN" dirty="0">
                <a:solidFill>
                  <a:srgbClr val="0E0E0E"/>
                </a:solidFill>
                <a:effectLst/>
                <a:latin typeface="Times New Roman" panose="02020603050405020304" pitchFamily="18" charset="0"/>
              </a:rPr>
              <a:t>5. </a:t>
            </a:r>
            <a:r>
              <a:rPr lang="zh-CN" altLang="en-US" b="1" dirty="0">
                <a:solidFill>
                  <a:srgbClr val="0E0E0E"/>
                </a:solidFill>
                <a:effectLst/>
                <a:latin typeface=".SF NS"/>
              </a:rPr>
              <a:t>错误与警告事件</a:t>
            </a:r>
            <a:endParaRPr lang="zh-CN" altLang="en-US" dirty="0">
              <a:solidFill>
                <a:srgbClr val="0E0E0E"/>
              </a:solidFill>
              <a:effectLst/>
              <a:latin typeface=".SF NS"/>
            </a:endParaRPr>
          </a:p>
          <a:p>
            <a:pPr marL="457200" lvl="1"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涉及的组件：全局或特定模块。</a:t>
            </a:r>
          </a:p>
          <a:p>
            <a:pPr marL="457200" lvl="1"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包含信息：错误类型、错误码、影响范围（如网络超时、脚本执行错误）。</a:t>
            </a:r>
          </a:p>
          <a:p>
            <a:pPr marL="0" indent="0">
              <a:spcBef>
                <a:spcPts val="900"/>
              </a:spcBef>
              <a:buNone/>
            </a:pPr>
            <a:r>
              <a:rPr lang="en-US" altLang="zh-CN" dirty="0">
                <a:solidFill>
                  <a:srgbClr val="0E0E0E"/>
                </a:solidFill>
                <a:effectLst/>
                <a:latin typeface="Times New Roman" panose="02020603050405020304" pitchFamily="18" charset="0"/>
              </a:rPr>
              <a:t>6. </a:t>
            </a:r>
            <a:r>
              <a:rPr lang="zh-CN" altLang="en-US" b="1" dirty="0">
                <a:solidFill>
                  <a:srgbClr val="0E0E0E"/>
                </a:solidFill>
                <a:effectLst/>
                <a:latin typeface=".SF NS"/>
              </a:rPr>
              <a:t>调试事件</a:t>
            </a:r>
            <a:endParaRPr lang="zh-CN" altLang="en-US" dirty="0">
              <a:solidFill>
                <a:srgbClr val="0E0E0E"/>
              </a:solidFill>
              <a:effectLst/>
              <a:latin typeface="Times New Roman" panose="02020603050405020304" pitchFamily="18" charset="0"/>
            </a:endParaRPr>
          </a:p>
          <a:p>
            <a:pPr marL="457200" lvl="1"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调试日志（如 </a:t>
            </a:r>
            <a:r>
              <a:rPr lang="en" altLang="zh-CN" dirty="0">
                <a:solidFill>
                  <a:srgbClr val="0E0E0E"/>
                </a:solidFill>
                <a:effectLst/>
                <a:latin typeface=".AppleSystemUIFontMonospaced"/>
              </a:rPr>
              <a:t>D/</a:t>
            </a:r>
            <a:r>
              <a:rPr lang="en" altLang="zh-CN" dirty="0">
                <a:solidFill>
                  <a:srgbClr val="0E0E0E"/>
                </a:solidFill>
                <a:effectLst/>
                <a:latin typeface=".SF NS"/>
              </a:rPr>
              <a:t> </a:t>
            </a:r>
            <a:r>
              <a:rPr lang="zh-CN" altLang="en-US" dirty="0">
                <a:solidFill>
                  <a:srgbClr val="0E0E0E"/>
                </a:solidFill>
                <a:effectLst/>
                <a:latin typeface=".SF NS"/>
              </a:rPr>
              <a:t>开头的日志）通常提供更细粒度的内部信息，可能包含对象状态、内部变量值。</a:t>
            </a:r>
          </a:p>
        </p:txBody>
      </p:sp>
      <p:sp>
        <p:nvSpPr>
          <p:cNvPr id="9" name="文本框 8">
            <a:extLst>
              <a:ext uri="{FF2B5EF4-FFF2-40B4-BE49-F238E27FC236}">
                <a16:creationId xmlns:a16="http://schemas.microsoft.com/office/drawing/2014/main" id="{4E7F0B1B-D6B3-8208-8AAD-85B45F684BBC}"/>
              </a:ext>
            </a:extLst>
          </p:cNvPr>
          <p:cNvSpPr txBox="1"/>
          <p:nvPr/>
        </p:nvSpPr>
        <p:spPr>
          <a:xfrm>
            <a:off x="4520247" y="6176934"/>
            <a:ext cx="2954655" cy="369332"/>
          </a:xfrm>
          <a:prstGeom prst="rect">
            <a:avLst/>
          </a:prstGeom>
          <a:noFill/>
        </p:spPr>
        <p:txBody>
          <a:bodyPr wrap="none" rtlCol="0">
            <a:spAutoFit/>
          </a:bodyPr>
          <a:lstStyle/>
          <a:p>
            <a:r>
              <a:rPr kumimoji="1" lang="zh-CN" altLang="en-US" dirty="0"/>
              <a:t>对于这些内容如何做取舍？</a:t>
            </a:r>
          </a:p>
        </p:txBody>
      </p:sp>
    </p:spTree>
    <p:extLst>
      <p:ext uri="{BB962C8B-B14F-4D97-AF65-F5344CB8AC3E}">
        <p14:creationId xmlns:p14="http://schemas.microsoft.com/office/powerpoint/2010/main" val="32378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6">
            <a:extLst>
              <a:ext uri="{FF2B5EF4-FFF2-40B4-BE49-F238E27FC236}">
                <a16:creationId xmlns:a16="http://schemas.microsoft.com/office/drawing/2014/main" id="{93B77333-0E5B-C241-C4F3-C6272A035791}"/>
              </a:ext>
            </a:extLst>
          </p:cNvPr>
          <p:cNvSpPr>
            <a:spLocks noGrp="1"/>
          </p:cNvSpPr>
          <p:nvPr>
            <p:ph type="title"/>
          </p:nvPr>
        </p:nvSpPr>
        <p:spPr/>
        <p:txBody>
          <a:bodyPr/>
          <a:lstStyle/>
          <a:p>
            <a:r>
              <a:rPr lang="zh-CN" altLang="en-US" dirty="0"/>
              <a:t>数据集内容</a:t>
            </a:r>
          </a:p>
        </p:txBody>
      </p:sp>
      <p:sp>
        <p:nvSpPr>
          <p:cNvPr id="8" name="内容占位符 7">
            <a:extLst>
              <a:ext uri="{FF2B5EF4-FFF2-40B4-BE49-F238E27FC236}">
                <a16:creationId xmlns:a16="http://schemas.microsoft.com/office/drawing/2014/main" id="{2E5A9A2C-F690-EB6A-5816-6F1CD28F6664}"/>
              </a:ext>
            </a:extLst>
          </p:cNvPr>
          <p:cNvSpPr>
            <a:spLocks noGrp="1"/>
          </p:cNvSpPr>
          <p:nvPr>
            <p:ph idx="1"/>
          </p:nvPr>
        </p:nvSpPr>
        <p:spPr>
          <a:xfrm>
            <a:off x="1" y="1825625"/>
            <a:ext cx="12192000" cy="4351338"/>
          </a:xfrm>
        </p:spPr>
        <p:txBody>
          <a:bodyPr>
            <a:normAutofit fontScale="55000" lnSpcReduction="20000"/>
          </a:bodyPr>
          <a:lstStyle/>
          <a:p>
            <a:pPr>
              <a:lnSpc>
                <a:spcPct val="120000"/>
              </a:lnSpc>
            </a:pPr>
            <a:r>
              <a:rPr lang="zh-CN" altLang="en" sz="5100" dirty="0">
                <a:solidFill>
                  <a:srgbClr val="000000"/>
                </a:solidFill>
                <a:latin typeface="Arial" panose="020B0604020202020204" pitchFamily="34" charset="0"/>
              </a:rPr>
              <a:t>系统</a:t>
            </a:r>
            <a:r>
              <a:rPr lang="zh-CN" altLang="en-US" sz="5100" dirty="0">
                <a:solidFill>
                  <a:srgbClr val="000000"/>
                </a:solidFill>
                <a:latin typeface="Arial" panose="020B0604020202020204" pitchFamily="34" charset="0"/>
              </a:rPr>
              <a:t>事件内容：</a:t>
            </a:r>
            <a:endParaRPr lang="en" altLang="zh-CN" sz="5100" dirty="0">
              <a:solidFill>
                <a:srgbClr val="000000"/>
              </a:solidFill>
              <a:latin typeface="Arial" panose="020B0604020202020204" pitchFamily="34" charset="0"/>
            </a:endParaRPr>
          </a:p>
          <a:p>
            <a:pPr marL="0" indent="0">
              <a:lnSpc>
                <a:spcPct val="170000"/>
              </a:lnSpc>
              <a:buNone/>
            </a:pPr>
            <a:r>
              <a:rPr lang="en" altLang="zh-CN" b="0" i="0" u="none" strike="noStrike" dirty="0">
                <a:solidFill>
                  <a:srgbClr val="000000"/>
                </a:solidFill>
                <a:effectLst/>
                <a:latin typeface="Arial" panose="020B0604020202020204" pitchFamily="34" charset="0"/>
              </a:rPr>
              <a:t>Audit Success</a:t>
            </a:r>
            <a:r>
              <a:rPr lang="zh-CN" altLang="en-US" b="0" i="0" u="none" strike="noStrike" dirty="0">
                <a:solidFill>
                  <a:srgbClr val="000000"/>
                </a:solidFill>
                <a:effectLst/>
                <a:latin typeface="Arial" panose="020B0604020202020204" pitchFamily="34" charset="0"/>
              </a:rPr>
              <a:t>   </a:t>
            </a:r>
            <a:r>
              <a:rPr lang="en" altLang="zh-CN" b="0" i="0" u="none" strike="noStrike" dirty="0">
                <a:solidFill>
                  <a:srgbClr val="000000"/>
                </a:solidFill>
                <a:effectLst/>
                <a:latin typeface="Arial" panose="020B0604020202020204" pitchFamily="34" charset="0"/>
              </a:rPr>
              <a:t>12/21/2018 4:51:10 PM</a:t>
            </a:r>
            <a:r>
              <a:rPr lang="zh-CN" altLang="en-US" b="0" i="0" u="none" strike="noStrike" dirty="0">
                <a:solidFill>
                  <a:srgbClr val="000000"/>
                </a:solidFill>
                <a:effectLst/>
                <a:latin typeface="Arial" panose="020B0604020202020204" pitchFamily="34" charset="0"/>
              </a:rPr>
              <a:t>   </a:t>
            </a:r>
            <a:r>
              <a:rPr lang="en" altLang="zh-CN" b="0" i="0" u="none" strike="noStrike" dirty="0">
                <a:solidFill>
                  <a:srgbClr val="000000"/>
                </a:solidFill>
                <a:effectLst/>
                <a:latin typeface="Arial" panose="020B0604020202020204" pitchFamily="34" charset="0"/>
              </a:rPr>
              <a:t>Microsoft-Windows-Security-Auditing</a:t>
            </a:r>
            <a:r>
              <a:rPr lang="zh-CN" altLang="en-US" b="0" i="0" u="none" strike="noStrike" dirty="0">
                <a:solidFill>
                  <a:srgbClr val="000000"/>
                </a:solidFill>
                <a:effectLst/>
                <a:latin typeface="Arial" panose="020B0604020202020204" pitchFamily="34" charset="0"/>
              </a:rPr>
              <a:t>   </a:t>
            </a:r>
            <a:r>
              <a:rPr lang="en" altLang="zh-CN" b="0" i="0" u="none" strike="noStrike" dirty="0">
                <a:solidFill>
                  <a:srgbClr val="000000"/>
                </a:solidFill>
                <a:effectLst/>
                <a:latin typeface="Arial" panose="020B0604020202020204" pitchFamily="34" charset="0"/>
              </a:rPr>
              <a:t>4658</a:t>
            </a:r>
            <a:r>
              <a:rPr lang="zh-CN" altLang="en-US" b="0" i="0" u="none" strike="noStrike" dirty="0">
                <a:solidFill>
                  <a:srgbClr val="000000"/>
                </a:solidFill>
                <a:effectLst/>
                <a:latin typeface="Arial" panose="020B0604020202020204" pitchFamily="34" charset="0"/>
              </a:rPr>
              <a:t>   </a:t>
            </a:r>
            <a:r>
              <a:rPr lang="en" altLang="zh-CN" b="0" i="0" u="none" strike="noStrike" dirty="0">
                <a:solidFill>
                  <a:srgbClr val="000000"/>
                </a:solidFill>
                <a:effectLst/>
                <a:latin typeface="Arial" panose="020B0604020202020204" pitchFamily="34" charset="0"/>
              </a:rPr>
              <a:t>File</a:t>
            </a:r>
            <a:r>
              <a:rPr lang="zh-CN" altLang="en-US" b="0" i="0" u="none" strike="noStrike" dirty="0">
                <a:solidFill>
                  <a:srgbClr val="000000"/>
                </a:solidFill>
                <a:effectLst/>
                <a:latin typeface="Arial" panose="020B0604020202020204" pitchFamily="34" charset="0"/>
              </a:rPr>
              <a:t>   </a:t>
            </a:r>
            <a:r>
              <a:rPr lang="en" altLang="zh-CN" b="0" i="0" u="none" strike="noStrike" dirty="0">
                <a:solidFill>
                  <a:srgbClr val="000000"/>
                </a:solidFill>
                <a:effectLst/>
                <a:latin typeface="Arial" panose="020B0604020202020204" pitchFamily="34" charset="0"/>
              </a:rPr>
              <a:t>System</a:t>
            </a:r>
            <a:r>
              <a:rPr lang="zh-CN" altLang="en-US" b="0" i="0" u="none" strike="noStrike" dirty="0">
                <a:solidFill>
                  <a:srgbClr val="000000"/>
                </a:solidFill>
                <a:effectLst/>
                <a:latin typeface="Arial" panose="020B0604020202020204" pitchFamily="34" charset="0"/>
              </a:rPr>
              <a:t>   </a:t>
            </a:r>
            <a:r>
              <a:rPr lang="en" altLang="zh-CN" b="0" i="0" u="none" strike="noStrike" dirty="0">
                <a:solidFill>
                  <a:srgbClr val="000000"/>
                </a:solidFill>
                <a:effectLst/>
                <a:latin typeface="Arial" panose="020B0604020202020204" pitchFamily="34" charset="0"/>
              </a:rPr>
              <a:t>"The handle to an object was closed.</a:t>
            </a:r>
          </a:p>
          <a:p>
            <a:pPr marL="0" indent="0">
              <a:buNone/>
            </a:pPr>
            <a:r>
              <a:rPr lang="en" altLang="zh-CN" b="0" i="0" u="none" strike="noStrike" dirty="0">
                <a:solidFill>
                  <a:srgbClr val="000000"/>
                </a:solidFill>
                <a:effectLst/>
                <a:latin typeface="Arial" panose="020B0604020202020204" pitchFamily="34" charset="0"/>
              </a:rPr>
              <a:t>Subject :</a:t>
            </a:r>
          </a:p>
          <a:p>
            <a:pPr marL="0" indent="0">
              <a:buNone/>
            </a:pPr>
            <a:r>
              <a:rPr lang="en" altLang="zh-CN" b="0" i="0" u="none" strike="noStrike" dirty="0">
                <a:solidFill>
                  <a:srgbClr val="000000"/>
                </a:solidFill>
                <a:effectLst/>
                <a:latin typeface="Arial" panose="020B0604020202020204" pitchFamily="34" charset="0"/>
              </a:rPr>
              <a:t>	Security ID:		SYSTEM</a:t>
            </a:r>
          </a:p>
          <a:p>
            <a:pPr marL="0" indent="0">
              <a:buNone/>
            </a:pPr>
            <a:r>
              <a:rPr lang="en" altLang="zh-CN" b="0" i="0" u="none" strike="noStrike" dirty="0">
                <a:solidFill>
                  <a:srgbClr val="000000"/>
                </a:solidFill>
                <a:effectLst/>
                <a:latin typeface="Arial" panose="020B0604020202020204" pitchFamily="34" charset="0"/>
              </a:rPr>
              <a:t>	Account Name:		WIN-D65GVM5K5FO$</a:t>
            </a:r>
          </a:p>
          <a:p>
            <a:pPr marL="0" indent="0">
              <a:buNone/>
            </a:pPr>
            <a:r>
              <a:rPr lang="en" altLang="zh-CN" b="0" i="0" u="none" strike="noStrike" dirty="0">
                <a:solidFill>
                  <a:srgbClr val="000000"/>
                </a:solidFill>
                <a:effectLst/>
                <a:latin typeface="Arial" panose="020B0604020202020204" pitchFamily="34" charset="0"/>
              </a:rPr>
              <a:t>	Account Domain:		WORKGROUP</a:t>
            </a:r>
          </a:p>
          <a:p>
            <a:pPr marL="0" indent="0">
              <a:buNone/>
            </a:pPr>
            <a:r>
              <a:rPr lang="en" altLang="zh-CN" b="0" i="0" u="none" strike="noStrike" dirty="0">
                <a:solidFill>
                  <a:srgbClr val="000000"/>
                </a:solidFill>
                <a:effectLst/>
                <a:latin typeface="Arial" panose="020B0604020202020204" pitchFamily="34" charset="0"/>
              </a:rPr>
              <a:t>	Logon ID:		0x3e7</a:t>
            </a:r>
          </a:p>
          <a:p>
            <a:pPr marL="0" indent="0">
              <a:buNone/>
            </a:pPr>
            <a:r>
              <a:rPr lang="en" altLang="zh-CN" b="0" i="0" u="none" strike="noStrike" dirty="0">
                <a:solidFill>
                  <a:srgbClr val="000000"/>
                </a:solidFill>
                <a:effectLst/>
                <a:latin typeface="Arial" panose="020B0604020202020204" pitchFamily="34" charset="0"/>
              </a:rPr>
              <a:t>Object:</a:t>
            </a:r>
          </a:p>
          <a:p>
            <a:pPr marL="0" indent="0">
              <a:buNone/>
            </a:pPr>
            <a:r>
              <a:rPr lang="en" altLang="zh-CN" b="0" i="0" u="none" strike="noStrike" dirty="0">
                <a:solidFill>
                  <a:srgbClr val="000000"/>
                </a:solidFill>
                <a:effectLst/>
                <a:latin typeface="Arial" panose="020B0604020202020204" pitchFamily="34" charset="0"/>
              </a:rPr>
              <a:t>	Object Server:		Security</a:t>
            </a:r>
          </a:p>
          <a:p>
            <a:pPr marL="0" indent="0">
              <a:buNone/>
            </a:pPr>
            <a:r>
              <a:rPr lang="en" altLang="zh-CN" b="0" i="0" u="none" strike="noStrike" dirty="0">
                <a:solidFill>
                  <a:srgbClr val="000000"/>
                </a:solidFill>
                <a:effectLst/>
                <a:latin typeface="Arial" panose="020B0604020202020204" pitchFamily="34" charset="0"/>
              </a:rPr>
              <a:t>	Handle ID:		0x70</a:t>
            </a:r>
          </a:p>
          <a:p>
            <a:pPr marL="0" indent="0">
              <a:buNone/>
            </a:pPr>
            <a:r>
              <a:rPr lang="en" altLang="zh-CN" b="0" i="0" u="none" strike="noStrike" dirty="0">
                <a:solidFill>
                  <a:srgbClr val="000000"/>
                </a:solidFill>
                <a:effectLst/>
                <a:latin typeface="Arial" panose="020B0604020202020204" pitchFamily="34" charset="0"/>
              </a:rPr>
              <a:t>Process Information:</a:t>
            </a:r>
          </a:p>
          <a:p>
            <a:pPr marL="0" indent="0">
              <a:buNone/>
            </a:pPr>
            <a:r>
              <a:rPr lang="en" altLang="zh-CN" b="0" i="0" u="none" strike="noStrike" dirty="0">
                <a:solidFill>
                  <a:srgbClr val="000000"/>
                </a:solidFill>
                <a:effectLst/>
                <a:latin typeface="Arial" panose="020B0604020202020204" pitchFamily="34" charset="0"/>
              </a:rPr>
              <a:t>	Process ID:		0xb6c</a:t>
            </a:r>
          </a:p>
          <a:p>
            <a:pPr marL="0" indent="0">
              <a:buNone/>
            </a:pPr>
            <a:r>
              <a:rPr lang="en" altLang="zh-CN" b="0" i="0" u="none" strike="noStrike" dirty="0">
                <a:solidFill>
                  <a:srgbClr val="000000"/>
                </a:solidFill>
                <a:effectLst/>
                <a:latin typeface="Arial" panose="020B0604020202020204" pitchFamily="34" charset="0"/>
              </a:rPr>
              <a:t>	Process Name:		C:\Windows\System32\</a:t>
            </a:r>
            <a:r>
              <a:rPr lang="en" altLang="zh-CN" b="0" i="0" u="none" strike="noStrike" dirty="0" err="1">
                <a:solidFill>
                  <a:srgbClr val="000000"/>
                </a:solidFill>
                <a:effectLst/>
                <a:latin typeface="Arial" panose="020B0604020202020204" pitchFamily="34" charset="0"/>
              </a:rPr>
              <a:t>SearchFilterHost.exe</a:t>
            </a:r>
            <a:r>
              <a:rPr lang="en" altLang="zh-CN" b="0" i="0" u="none" strike="noStrike" dirty="0">
                <a:solidFill>
                  <a:srgbClr val="000000"/>
                </a:solidFill>
                <a:effectLst/>
                <a:latin typeface="Arial" panose="020B0604020202020204" pitchFamily="34" charset="0"/>
              </a:rPr>
              <a:t>"</a:t>
            </a:r>
            <a:endParaRPr lang="zh-CN" altLang="en-US" dirty="0"/>
          </a:p>
        </p:txBody>
      </p:sp>
    </p:spTree>
    <p:extLst>
      <p:ext uri="{BB962C8B-B14F-4D97-AF65-F5344CB8AC3E}">
        <p14:creationId xmlns:p14="http://schemas.microsoft.com/office/powerpoint/2010/main" val="437255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E34192-4900-C3B6-20ED-1DE4544C5441}"/>
              </a:ext>
            </a:extLst>
          </p:cNvPr>
          <p:cNvSpPr>
            <a:spLocks noGrp="1"/>
          </p:cNvSpPr>
          <p:nvPr>
            <p:ph type="title"/>
          </p:nvPr>
        </p:nvSpPr>
        <p:spPr/>
        <p:txBody>
          <a:bodyPr>
            <a:noAutofit/>
          </a:bodyPr>
          <a:lstStyle/>
          <a:p>
            <a:r>
              <a:rPr lang="zh-CN" altLang="en-US" b="1" dirty="0">
                <a:solidFill>
                  <a:srgbClr val="0E0E0E"/>
                </a:solidFill>
                <a:latin typeface=".SF NS"/>
              </a:rPr>
              <a:t>事件基本信息</a:t>
            </a:r>
          </a:p>
        </p:txBody>
      </p:sp>
      <p:sp>
        <p:nvSpPr>
          <p:cNvPr id="3" name="内容占位符 2">
            <a:extLst>
              <a:ext uri="{FF2B5EF4-FFF2-40B4-BE49-F238E27FC236}">
                <a16:creationId xmlns:a16="http://schemas.microsoft.com/office/drawing/2014/main" id="{F28DAE86-D50E-C690-68F2-F98B413C4776}"/>
              </a:ext>
            </a:extLst>
          </p:cNvPr>
          <p:cNvSpPr>
            <a:spLocks noGrp="1"/>
          </p:cNvSpPr>
          <p:nvPr>
            <p:ph sz="half" idx="1"/>
          </p:nvPr>
        </p:nvSpPr>
        <p:spPr>
          <a:xfrm>
            <a:off x="625415" y="2976113"/>
            <a:ext cx="10941170" cy="3071364"/>
          </a:xfrm>
        </p:spPr>
        <p:txBody>
          <a:bodyPr/>
          <a:lstStyle/>
          <a:p>
            <a:pPr marL="0" indent="0">
              <a:buNone/>
            </a:pPr>
            <a:r>
              <a:rPr lang="en-US" altLang="zh-CN" dirty="0">
                <a:solidFill>
                  <a:srgbClr val="0E0E0E"/>
                </a:solidFill>
                <a:effectLst/>
                <a:latin typeface=".SF NS"/>
              </a:rPr>
              <a:t>• </a:t>
            </a:r>
            <a:r>
              <a:rPr lang="en" altLang="zh-CN" b="1" dirty="0">
                <a:solidFill>
                  <a:srgbClr val="0E0E0E"/>
                </a:solidFill>
                <a:effectLst/>
                <a:latin typeface=".SF NS"/>
              </a:rPr>
              <a:t>Audit Success</a:t>
            </a:r>
            <a:r>
              <a:rPr lang="en" altLang="zh-CN" dirty="0">
                <a:solidFill>
                  <a:srgbClr val="0E0E0E"/>
                </a:solidFill>
                <a:effectLst/>
                <a:latin typeface=".SF NS"/>
              </a:rPr>
              <a:t>: </a:t>
            </a:r>
            <a:r>
              <a:rPr lang="zh-CN" altLang="en-US" dirty="0">
                <a:solidFill>
                  <a:srgbClr val="0E0E0E"/>
                </a:solidFill>
                <a:effectLst/>
                <a:latin typeface=".SF NS"/>
              </a:rPr>
              <a:t>表示操作成功。</a:t>
            </a:r>
          </a:p>
          <a:p>
            <a:pPr marL="0" indent="0">
              <a:spcBef>
                <a:spcPts val="900"/>
              </a:spcBef>
              <a:buNone/>
            </a:pPr>
            <a:r>
              <a:rPr lang="en-US" altLang="zh-CN" dirty="0">
                <a:solidFill>
                  <a:srgbClr val="0E0E0E"/>
                </a:solidFill>
                <a:effectLst/>
                <a:latin typeface=".SF NS"/>
              </a:rPr>
              <a:t>• </a:t>
            </a:r>
            <a:r>
              <a:rPr lang="en" altLang="zh-CN" b="1" dirty="0">
                <a:solidFill>
                  <a:srgbClr val="0E0E0E"/>
                </a:solidFill>
                <a:effectLst/>
                <a:latin typeface=".SF NS"/>
              </a:rPr>
              <a:t>Date</a:t>
            </a:r>
            <a:r>
              <a:rPr lang="en" altLang="zh-CN" dirty="0">
                <a:solidFill>
                  <a:srgbClr val="0E0E0E"/>
                </a:solidFill>
                <a:effectLst/>
                <a:latin typeface=".SF NS"/>
              </a:rPr>
              <a:t>: 2018</a:t>
            </a:r>
            <a:r>
              <a:rPr lang="zh-CN" altLang="en-US" dirty="0">
                <a:solidFill>
                  <a:srgbClr val="0E0E0E"/>
                </a:solidFill>
                <a:effectLst/>
                <a:latin typeface=".SF NS"/>
              </a:rPr>
              <a:t>年</a:t>
            </a:r>
            <a:r>
              <a:rPr lang="en-US" altLang="zh-CN" dirty="0">
                <a:solidFill>
                  <a:srgbClr val="0E0E0E"/>
                </a:solidFill>
                <a:effectLst/>
                <a:latin typeface=".SF NS"/>
              </a:rPr>
              <a:t>12</a:t>
            </a:r>
            <a:r>
              <a:rPr lang="zh-CN" altLang="en-US" dirty="0">
                <a:solidFill>
                  <a:srgbClr val="0E0E0E"/>
                </a:solidFill>
                <a:effectLst/>
                <a:latin typeface=".SF NS"/>
              </a:rPr>
              <a:t>月</a:t>
            </a:r>
            <a:r>
              <a:rPr lang="en-US" altLang="zh-CN" dirty="0">
                <a:solidFill>
                  <a:srgbClr val="0E0E0E"/>
                </a:solidFill>
                <a:effectLst/>
                <a:latin typeface=".SF NS"/>
              </a:rPr>
              <a:t>21</a:t>
            </a:r>
            <a:r>
              <a:rPr lang="zh-CN" altLang="en-US" dirty="0">
                <a:solidFill>
                  <a:srgbClr val="0E0E0E"/>
                </a:solidFill>
                <a:effectLst/>
                <a:latin typeface=".SF NS"/>
              </a:rPr>
              <a:t>日，下午</a:t>
            </a:r>
            <a:r>
              <a:rPr lang="en-US" altLang="zh-CN" dirty="0">
                <a:solidFill>
                  <a:srgbClr val="0E0E0E"/>
                </a:solidFill>
                <a:effectLst/>
                <a:latin typeface=".SF NS"/>
              </a:rPr>
              <a:t>4:51:10</a:t>
            </a:r>
            <a:r>
              <a:rPr lang="zh-CN" altLang="en-US" dirty="0">
                <a:solidFill>
                  <a:srgbClr val="0E0E0E"/>
                </a:solidFill>
                <a:effectLst/>
                <a:latin typeface=".SF NS"/>
              </a:rPr>
              <a:t>。</a:t>
            </a:r>
          </a:p>
          <a:p>
            <a:pPr marL="0" indent="0">
              <a:spcBef>
                <a:spcPts val="900"/>
              </a:spcBef>
              <a:buNone/>
            </a:pPr>
            <a:r>
              <a:rPr lang="en-US" altLang="zh-CN" dirty="0">
                <a:solidFill>
                  <a:srgbClr val="0E0E0E"/>
                </a:solidFill>
                <a:effectLst/>
                <a:latin typeface=".SF NS"/>
              </a:rPr>
              <a:t>• </a:t>
            </a:r>
            <a:r>
              <a:rPr lang="en" altLang="zh-CN" b="1" dirty="0">
                <a:solidFill>
                  <a:srgbClr val="0E0E0E"/>
                </a:solidFill>
                <a:effectLst/>
                <a:latin typeface=".SF NS"/>
              </a:rPr>
              <a:t>Event Source</a:t>
            </a:r>
            <a:r>
              <a:rPr lang="en" altLang="zh-CN" dirty="0">
                <a:solidFill>
                  <a:srgbClr val="0E0E0E"/>
                </a:solidFill>
                <a:effectLst/>
                <a:latin typeface=".SF NS"/>
              </a:rPr>
              <a:t>: Microsoft-Windows-Security-Auditing</a:t>
            </a:r>
            <a:r>
              <a:rPr lang="zh-CN" altLang="en" dirty="0">
                <a:solidFill>
                  <a:srgbClr val="0E0E0E"/>
                </a:solidFill>
                <a:effectLst/>
                <a:latin typeface=".SF NS"/>
              </a:rPr>
              <a:t>。</a:t>
            </a:r>
          </a:p>
          <a:p>
            <a:pPr marL="0" indent="0">
              <a:spcBef>
                <a:spcPts val="900"/>
              </a:spcBef>
              <a:buNone/>
            </a:pPr>
            <a:r>
              <a:rPr lang="en" altLang="zh-CN" dirty="0">
                <a:solidFill>
                  <a:srgbClr val="0E0E0E"/>
                </a:solidFill>
                <a:effectLst/>
                <a:latin typeface=".SF NS"/>
              </a:rPr>
              <a:t>• </a:t>
            </a:r>
            <a:r>
              <a:rPr lang="en" altLang="zh-CN" b="1" dirty="0">
                <a:solidFill>
                  <a:srgbClr val="0E0E0E"/>
                </a:solidFill>
                <a:effectLst/>
                <a:latin typeface=".SF NS"/>
              </a:rPr>
              <a:t>Event ID</a:t>
            </a:r>
            <a:r>
              <a:rPr lang="en" altLang="zh-CN" dirty="0">
                <a:solidFill>
                  <a:srgbClr val="0E0E0E"/>
                </a:solidFill>
                <a:effectLst/>
                <a:latin typeface=".SF NS"/>
              </a:rPr>
              <a:t>: </a:t>
            </a:r>
            <a:r>
              <a:rPr lang="en" altLang="zh-CN" b="1" dirty="0">
                <a:solidFill>
                  <a:srgbClr val="0E0E0E"/>
                </a:solidFill>
                <a:effectLst/>
                <a:latin typeface=".SF NS"/>
              </a:rPr>
              <a:t>4658</a:t>
            </a:r>
            <a:r>
              <a:rPr lang="zh-CN" altLang="en" dirty="0">
                <a:solidFill>
                  <a:srgbClr val="0E0E0E"/>
                </a:solidFill>
                <a:effectLst/>
                <a:latin typeface=".SF NS"/>
              </a:rPr>
              <a:t>，</a:t>
            </a:r>
            <a:r>
              <a:rPr lang="zh-CN" altLang="en-US" dirty="0">
                <a:solidFill>
                  <a:srgbClr val="0E0E0E"/>
                </a:solidFill>
                <a:effectLst/>
                <a:latin typeface=".SF NS"/>
              </a:rPr>
              <a:t>表示句柄被关闭。</a:t>
            </a:r>
          </a:p>
          <a:p>
            <a:pPr marL="0" indent="0">
              <a:spcBef>
                <a:spcPts val="900"/>
              </a:spcBef>
              <a:buNone/>
            </a:pPr>
            <a:r>
              <a:rPr lang="en-US" altLang="zh-CN" dirty="0">
                <a:solidFill>
                  <a:srgbClr val="0E0E0E"/>
                </a:solidFill>
                <a:effectLst/>
                <a:latin typeface=".SF NS"/>
              </a:rPr>
              <a:t>• </a:t>
            </a:r>
            <a:r>
              <a:rPr lang="en" altLang="zh-CN" b="1" dirty="0">
                <a:solidFill>
                  <a:srgbClr val="0E0E0E"/>
                </a:solidFill>
                <a:effectLst/>
                <a:latin typeface=".SF NS"/>
              </a:rPr>
              <a:t>Category</a:t>
            </a:r>
            <a:r>
              <a:rPr lang="en" altLang="zh-CN" dirty="0">
                <a:solidFill>
                  <a:srgbClr val="0E0E0E"/>
                </a:solidFill>
                <a:effectLst/>
                <a:latin typeface=".SF NS"/>
              </a:rPr>
              <a:t>: File System</a:t>
            </a:r>
            <a:r>
              <a:rPr lang="zh-CN" altLang="en" dirty="0">
                <a:solidFill>
                  <a:srgbClr val="0E0E0E"/>
                </a:solidFill>
                <a:effectLst/>
                <a:latin typeface=".SF NS"/>
              </a:rPr>
              <a:t>，</a:t>
            </a:r>
            <a:r>
              <a:rPr lang="zh-CN" altLang="en-US" dirty="0">
                <a:solidFill>
                  <a:srgbClr val="0E0E0E"/>
                </a:solidFill>
                <a:effectLst/>
                <a:latin typeface=".SF NS"/>
              </a:rPr>
              <a:t>说明操作涉及文件系统。</a:t>
            </a:r>
          </a:p>
        </p:txBody>
      </p:sp>
      <p:sp>
        <p:nvSpPr>
          <p:cNvPr id="4" name="内容占位符 3">
            <a:extLst>
              <a:ext uri="{FF2B5EF4-FFF2-40B4-BE49-F238E27FC236}">
                <a16:creationId xmlns:a16="http://schemas.microsoft.com/office/drawing/2014/main" id="{65983496-76F4-C457-FCA1-BBBF748FD19A}"/>
              </a:ext>
            </a:extLst>
          </p:cNvPr>
          <p:cNvSpPr>
            <a:spLocks noGrp="1"/>
          </p:cNvSpPr>
          <p:nvPr>
            <p:ph sz="half" idx="2"/>
          </p:nvPr>
        </p:nvSpPr>
        <p:spPr>
          <a:xfrm>
            <a:off x="625415" y="1696139"/>
            <a:ext cx="10941169" cy="581235"/>
          </a:xfrm>
        </p:spPr>
        <p:txBody>
          <a:bodyPr>
            <a:normAutofit/>
          </a:bodyPr>
          <a:lstStyle/>
          <a:p>
            <a:r>
              <a:rPr lang="en" altLang="zh-CN" sz="1600" b="0" i="0" u="none" strike="noStrike" dirty="0">
                <a:solidFill>
                  <a:srgbClr val="000000"/>
                </a:solidFill>
                <a:effectLst/>
                <a:latin typeface="Arial" panose="020B0604020202020204" pitchFamily="34" charset="0"/>
              </a:rPr>
              <a:t>Audit Success</a:t>
            </a:r>
            <a:r>
              <a:rPr lang="zh-CN" altLang="en-US" sz="1600" b="0" i="0" u="none" strike="noStrike" dirty="0">
                <a:solidFill>
                  <a:srgbClr val="000000"/>
                </a:solidFill>
                <a:effectLst/>
                <a:latin typeface="Arial" panose="020B0604020202020204" pitchFamily="34" charset="0"/>
              </a:rPr>
              <a:t>   </a:t>
            </a:r>
            <a:r>
              <a:rPr lang="en" altLang="zh-CN" sz="1600" b="0" i="0" u="none" strike="noStrike" dirty="0">
                <a:solidFill>
                  <a:srgbClr val="000000"/>
                </a:solidFill>
                <a:effectLst/>
                <a:latin typeface="Arial" panose="020B0604020202020204" pitchFamily="34" charset="0"/>
              </a:rPr>
              <a:t>12/21/2018 4:51:10 PM</a:t>
            </a:r>
            <a:r>
              <a:rPr lang="zh-CN" altLang="en-US" sz="1600" b="0" i="0" u="none" strike="noStrike" dirty="0">
                <a:solidFill>
                  <a:srgbClr val="000000"/>
                </a:solidFill>
                <a:effectLst/>
                <a:latin typeface="Arial" panose="020B0604020202020204" pitchFamily="34" charset="0"/>
              </a:rPr>
              <a:t>   </a:t>
            </a:r>
            <a:r>
              <a:rPr lang="en" altLang="zh-CN" sz="1600" b="0" i="0" u="none" strike="noStrike" dirty="0">
                <a:solidFill>
                  <a:srgbClr val="000000"/>
                </a:solidFill>
                <a:effectLst/>
                <a:latin typeface="Arial" panose="020B0604020202020204" pitchFamily="34" charset="0"/>
              </a:rPr>
              <a:t>Microsoft-Windows-Security-Auditing</a:t>
            </a:r>
            <a:r>
              <a:rPr lang="zh-CN" altLang="en-US" sz="1600" b="0" i="0" u="none" strike="noStrike" dirty="0">
                <a:solidFill>
                  <a:srgbClr val="000000"/>
                </a:solidFill>
                <a:effectLst/>
                <a:latin typeface="Arial" panose="020B0604020202020204" pitchFamily="34" charset="0"/>
              </a:rPr>
              <a:t>   </a:t>
            </a:r>
            <a:r>
              <a:rPr lang="en" altLang="zh-CN" sz="1600" b="0" i="0" u="none" strike="noStrike" dirty="0">
                <a:solidFill>
                  <a:srgbClr val="000000"/>
                </a:solidFill>
                <a:effectLst/>
                <a:latin typeface="Arial" panose="020B0604020202020204" pitchFamily="34" charset="0"/>
              </a:rPr>
              <a:t>4658</a:t>
            </a:r>
            <a:r>
              <a:rPr lang="zh-CN" altLang="en-US" sz="1600" b="0" i="0" u="none" strike="noStrike" dirty="0">
                <a:solidFill>
                  <a:srgbClr val="000000"/>
                </a:solidFill>
                <a:effectLst/>
                <a:latin typeface="Arial" panose="020B0604020202020204" pitchFamily="34" charset="0"/>
              </a:rPr>
              <a:t>   </a:t>
            </a:r>
            <a:r>
              <a:rPr lang="en" altLang="zh-CN" sz="1600" b="0" i="0" u="none" strike="noStrike" dirty="0">
                <a:solidFill>
                  <a:srgbClr val="000000"/>
                </a:solidFill>
                <a:effectLst/>
                <a:latin typeface="Arial" panose="020B0604020202020204" pitchFamily="34" charset="0"/>
              </a:rPr>
              <a:t>File</a:t>
            </a:r>
            <a:r>
              <a:rPr lang="zh-CN" altLang="en-US" sz="1600" b="0" i="0" u="none" strike="noStrike" dirty="0">
                <a:solidFill>
                  <a:srgbClr val="000000"/>
                </a:solidFill>
                <a:effectLst/>
                <a:latin typeface="Arial" panose="020B0604020202020204" pitchFamily="34" charset="0"/>
              </a:rPr>
              <a:t>   </a:t>
            </a:r>
            <a:r>
              <a:rPr lang="en" altLang="zh-CN" sz="1600" b="0" i="0" u="none" strike="noStrike" dirty="0">
                <a:solidFill>
                  <a:srgbClr val="000000"/>
                </a:solidFill>
                <a:effectLst/>
                <a:latin typeface="Arial" panose="020B0604020202020204" pitchFamily="34" charset="0"/>
              </a:rPr>
              <a:t>System</a:t>
            </a:r>
            <a:r>
              <a:rPr lang="zh-CN" altLang="en-US" sz="1600" b="0" i="0" u="none" strike="noStrike" dirty="0">
                <a:solidFill>
                  <a:srgbClr val="000000"/>
                </a:solidFill>
                <a:effectLst/>
                <a:latin typeface="Arial" panose="020B0604020202020204" pitchFamily="34" charset="0"/>
              </a:rPr>
              <a:t>   </a:t>
            </a:r>
            <a:r>
              <a:rPr lang="en" altLang="zh-CN" sz="1600" b="0" i="0" u="none" strike="noStrike" dirty="0">
                <a:solidFill>
                  <a:srgbClr val="000000"/>
                </a:solidFill>
                <a:effectLst/>
                <a:latin typeface="Arial" panose="020B0604020202020204" pitchFamily="34" charset="0"/>
              </a:rPr>
              <a:t>"The handle to an object was closed.</a:t>
            </a:r>
            <a:endParaRPr lang="zh-CN" altLang="en-US" sz="1600" dirty="0"/>
          </a:p>
        </p:txBody>
      </p:sp>
    </p:spTree>
    <p:extLst>
      <p:ext uri="{BB962C8B-B14F-4D97-AF65-F5344CB8AC3E}">
        <p14:creationId xmlns:p14="http://schemas.microsoft.com/office/powerpoint/2010/main" val="16200534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69449EF-71F5-C525-E09B-0002A35C25D3}"/>
              </a:ext>
            </a:extLst>
          </p:cNvPr>
          <p:cNvSpPr>
            <a:spLocks noGrp="1"/>
          </p:cNvSpPr>
          <p:nvPr>
            <p:ph type="title"/>
          </p:nvPr>
        </p:nvSpPr>
        <p:spPr/>
        <p:txBody>
          <a:bodyPr/>
          <a:lstStyle/>
          <a:p>
            <a:r>
              <a:rPr lang="zh-CN" altLang="en-US" b="1" dirty="0">
                <a:solidFill>
                  <a:srgbClr val="0E0E0E"/>
                </a:solidFill>
                <a:effectLst/>
                <a:latin typeface=".SF NS"/>
              </a:rPr>
              <a:t>具体字段解析</a:t>
            </a:r>
            <a:endParaRPr lang="zh-CN" altLang="en-US" dirty="0"/>
          </a:p>
        </p:txBody>
      </p:sp>
      <p:sp>
        <p:nvSpPr>
          <p:cNvPr id="7" name="内容占位符 6">
            <a:extLst>
              <a:ext uri="{FF2B5EF4-FFF2-40B4-BE49-F238E27FC236}">
                <a16:creationId xmlns:a16="http://schemas.microsoft.com/office/drawing/2014/main" id="{695B3816-7A8C-FF03-BFD7-E0860F528474}"/>
              </a:ext>
            </a:extLst>
          </p:cNvPr>
          <p:cNvSpPr>
            <a:spLocks noGrp="1"/>
          </p:cNvSpPr>
          <p:nvPr>
            <p:ph sz="half" idx="1"/>
          </p:nvPr>
        </p:nvSpPr>
        <p:spPr/>
        <p:txBody>
          <a:bodyPr>
            <a:normAutofit fontScale="85000" lnSpcReduction="10000"/>
          </a:bodyPr>
          <a:lstStyle/>
          <a:p>
            <a:pPr marL="0" indent="0">
              <a:buNone/>
            </a:pPr>
            <a:r>
              <a:rPr lang="en" altLang="zh-CN" sz="2400" b="1" dirty="0">
                <a:solidFill>
                  <a:srgbClr val="0E0E0E"/>
                </a:solidFill>
                <a:latin typeface=".SF NS"/>
              </a:rPr>
              <a:t>Subject :</a:t>
            </a:r>
          </a:p>
          <a:p>
            <a:pPr marL="0" indent="0">
              <a:buNone/>
            </a:pPr>
            <a:r>
              <a:rPr lang="zh-CN" altLang="en-US" sz="2400" b="1" dirty="0">
                <a:solidFill>
                  <a:srgbClr val="0E0E0E"/>
                </a:solidFill>
                <a:latin typeface=".SF NS"/>
              </a:rPr>
              <a:t>    </a:t>
            </a:r>
            <a:r>
              <a:rPr lang="en" altLang="zh-CN" sz="2400" b="1" dirty="0">
                <a:solidFill>
                  <a:srgbClr val="0E0E0E"/>
                </a:solidFill>
                <a:latin typeface=".SF NS"/>
              </a:rPr>
              <a:t>Security ID:</a:t>
            </a:r>
            <a:r>
              <a:rPr lang="zh-CN" altLang="en-US" sz="2400" b="1" dirty="0">
                <a:solidFill>
                  <a:srgbClr val="0E0E0E"/>
                </a:solidFill>
                <a:latin typeface=".SF NS"/>
              </a:rPr>
              <a:t> </a:t>
            </a:r>
            <a:r>
              <a:rPr lang="en" altLang="zh-CN" sz="2400" b="1" dirty="0">
                <a:solidFill>
                  <a:srgbClr val="0E0E0E"/>
                </a:solidFill>
                <a:latin typeface=".SF NS"/>
              </a:rPr>
              <a:t>SYSTEM</a:t>
            </a:r>
          </a:p>
          <a:p>
            <a:pPr marL="0" indent="0">
              <a:buNone/>
            </a:pPr>
            <a:r>
              <a:rPr lang="zh-CN" altLang="en-US" sz="2400" b="1" dirty="0">
                <a:solidFill>
                  <a:srgbClr val="0E0E0E"/>
                </a:solidFill>
                <a:latin typeface=".SF NS"/>
              </a:rPr>
              <a:t>    </a:t>
            </a:r>
            <a:r>
              <a:rPr lang="en" altLang="zh-CN" sz="2400" b="1" dirty="0">
                <a:solidFill>
                  <a:srgbClr val="0E0E0E"/>
                </a:solidFill>
                <a:latin typeface=".SF NS"/>
              </a:rPr>
              <a:t>Account Name:</a:t>
            </a:r>
            <a:r>
              <a:rPr lang="zh-CN" altLang="en-US" sz="2400" b="1" dirty="0">
                <a:solidFill>
                  <a:srgbClr val="0E0E0E"/>
                </a:solidFill>
                <a:latin typeface=".SF NS"/>
              </a:rPr>
              <a:t> </a:t>
            </a:r>
            <a:r>
              <a:rPr lang="en" altLang="zh-CN" sz="2400" b="1" dirty="0">
                <a:solidFill>
                  <a:srgbClr val="0E0E0E"/>
                </a:solidFill>
                <a:latin typeface=".SF NS"/>
              </a:rPr>
              <a:t>WIN</a:t>
            </a:r>
            <a:r>
              <a:rPr lang="en-US" altLang="zh-CN" sz="2400" b="1" dirty="0">
                <a:solidFill>
                  <a:srgbClr val="0E0E0E"/>
                </a:solidFill>
                <a:latin typeface=".SF NS"/>
              </a:rPr>
              <a:t>-</a:t>
            </a:r>
            <a:r>
              <a:rPr lang="en" altLang="zh-CN" sz="2400" b="1" dirty="0">
                <a:solidFill>
                  <a:srgbClr val="0E0E0E"/>
                </a:solidFill>
                <a:latin typeface=".SF NS"/>
              </a:rPr>
              <a:t>D65GVM5K5FO$</a:t>
            </a:r>
          </a:p>
          <a:p>
            <a:pPr marL="0" indent="0">
              <a:buNone/>
            </a:pPr>
            <a:r>
              <a:rPr lang="zh-CN" altLang="en-US" sz="2400" b="1" dirty="0">
                <a:solidFill>
                  <a:srgbClr val="0E0E0E"/>
                </a:solidFill>
                <a:latin typeface=".SF NS"/>
              </a:rPr>
              <a:t>    </a:t>
            </a:r>
            <a:r>
              <a:rPr lang="en" altLang="zh-CN" sz="2400" b="1" dirty="0">
                <a:solidFill>
                  <a:srgbClr val="0E0E0E"/>
                </a:solidFill>
                <a:latin typeface=".SF NS"/>
              </a:rPr>
              <a:t>Account Domain:</a:t>
            </a:r>
            <a:r>
              <a:rPr lang="zh-CN" altLang="en-US" sz="2400" b="1" dirty="0">
                <a:solidFill>
                  <a:srgbClr val="0E0E0E"/>
                </a:solidFill>
                <a:latin typeface=".SF NS"/>
              </a:rPr>
              <a:t> </a:t>
            </a:r>
            <a:r>
              <a:rPr lang="en" altLang="zh-CN" sz="2400" b="1" dirty="0">
                <a:solidFill>
                  <a:srgbClr val="0E0E0E"/>
                </a:solidFill>
                <a:latin typeface=".SF NS"/>
              </a:rPr>
              <a:t>WORKGROUP</a:t>
            </a:r>
          </a:p>
          <a:p>
            <a:pPr marL="0" indent="0">
              <a:buNone/>
            </a:pPr>
            <a:r>
              <a:rPr lang="zh-CN" altLang="en-US" sz="2400" b="1" dirty="0">
                <a:solidFill>
                  <a:srgbClr val="0E0E0E"/>
                </a:solidFill>
                <a:latin typeface=".SF NS"/>
              </a:rPr>
              <a:t>    </a:t>
            </a:r>
            <a:r>
              <a:rPr lang="en" altLang="zh-CN" sz="2400" b="1" dirty="0">
                <a:solidFill>
                  <a:srgbClr val="0E0E0E"/>
                </a:solidFill>
                <a:latin typeface=".SF NS"/>
              </a:rPr>
              <a:t>Logon ID:</a:t>
            </a:r>
            <a:r>
              <a:rPr lang="zh-CN" altLang="en-US" sz="2400" b="1" dirty="0">
                <a:solidFill>
                  <a:srgbClr val="0E0E0E"/>
                </a:solidFill>
                <a:latin typeface=".SF NS"/>
              </a:rPr>
              <a:t> </a:t>
            </a:r>
            <a:r>
              <a:rPr lang="en" altLang="zh-CN" sz="2400" b="1" dirty="0">
                <a:solidFill>
                  <a:srgbClr val="0E0E0E"/>
                </a:solidFill>
                <a:latin typeface=".SF NS"/>
              </a:rPr>
              <a:t>0x3e7</a:t>
            </a:r>
          </a:p>
        </p:txBody>
      </p:sp>
      <p:sp>
        <p:nvSpPr>
          <p:cNvPr id="8" name="内容占位符 7">
            <a:extLst>
              <a:ext uri="{FF2B5EF4-FFF2-40B4-BE49-F238E27FC236}">
                <a16:creationId xmlns:a16="http://schemas.microsoft.com/office/drawing/2014/main" id="{4E6F64F2-6DF7-8FC8-1293-28BDE1ED6B9E}"/>
              </a:ext>
            </a:extLst>
          </p:cNvPr>
          <p:cNvSpPr>
            <a:spLocks noGrp="1"/>
          </p:cNvSpPr>
          <p:nvPr>
            <p:ph sz="half" idx="2"/>
          </p:nvPr>
        </p:nvSpPr>
        <p:spPr/>
        <p:txBody>
          <a:bodyPr>
            <a:normAutofit fontScale="85000" lnSpcReduction="10000"/>
          </a:bodyPr>
          <a:lstStyle/>
          <a:p>
            <a:pPr marL="0" indent="0">
              <a:buNone/>
            </a:pPr>
            <a:r>
              <a:rPr lang="en" altLang="zh-CN" b="1" dirty="0">
                <a:solidFill>
                  <a:srgbClr val="0E0E0E"/>
                </a:solidFill>
                <a:effectLst/>
                <a:latin typeface=".SF NS"/>
              </a:rPr>
              <a:t>Subject (</a:t>
            </a:r>
            <a:r>
              <a:rPr lang="zh-CN" altLang="en-US" b="1" dirty="0">
                <a:solidFill>
                  <a:srgbClr val="0E0E0E"/>
                </a:solidFill>
                <a:effectLst/>
                <a:latin typeface=".SF NS"/>
              </a:rPr>
              <a:t>主体信息</a:t>
            </a:r>
            <a:r>
              <a:rPr lang="en-US" altLang="zh-CN" b="1" dirty="0">
                <a:solidFill>
                  <a:srgbClr val="0E0E0E"/>
                </a:solidFill>
                <a:effectLst/>
                <a:latin typeface=".SF NS"/>
              </a:rPr>
              <a:t>)</a:t>
            </a:r>
            <a:endParaRPr lang="zh-CN" altLang="en-US" dirty="0">
              <a:solidFill>
                <a:srgbClr val="0E0E0E"/>
              </a:solidFill>
              <a:effectLst/>
              <a:latin typeface=".SF NS"/>
            </a:endParaRPr>
          </a:p>
          <a:p>
            <a:pPr marL="0" indent="0">
              <a:spcBef>
                <a:spcPts val="900"/>
              </a:spcBef>
              <a:buNone/>
            </a:pPr>
            <a:r>
              <a:rPr lang="en-US" altLang="zh-CN" dirty="0">
                <a:solidFill>
                  <a:srgbClr val="0E0E0E"/>
                </a:solidFill>
                <a:effectLst/>
                <a:latin typeface=".SF NS"/>
              </a:rPr>
              <a:t>• </a:t>
            </a:r>
            <a:r>
              <a:rPr lang="en" altLang="zh-CN" b="1" dirty="0">
                <a:solidFill>
                  <a:srgbClr val="0E0E0E"/>
                </a:solidFill>
                <a:effectLst/>
                <a:latin typeface=".SF NS"/>
              </a:rPr>
              <a:t>Security ID</a:t>
            </a:r>
            <a:r>
              <a:rPr lang="en" altLang="zh-CN" dirty="0">
                <a:solidFill>
                  <a:srgbClr val="0E0E0E"/>
                </a:solidFill>
                <a:effectLst/>
                <a:latin typeface=".SF NS"/>
              </a:rPr>
              <a:t>: </a:t>
            </a:r>
            <a:r>
              <a:rPr lang="en" altLang="zh-CN" dirty="0">
                <a:solidFill>
                  <a:srgbClr val="0E0E0E"/>
                </a:solidFill>
                <a:effectLst/>
                <a:latin typeface=".AppleSystemUIFontMonospaced"/>
              </a:rPr>
              <a:t>SYSTEM</a:t>
            </a:r>
            <a:endParaRPr lang="en" altLang="zh-CN" dirty="0">
              <a:solidFill>
                <a:srgbClr val="0E0E0E"/>
              </a:solidFill>
              <a:effectLst/>
              <a:latin typeface=".SF NS"/>
            </a:endParaRPr>
          </a:p>
          <a:p>
            <a:pPr marL="0" indent="0">
              <a:spcBef>
                <a:spcPts val="900"/>
              </a:spcBef>
              <a:buNone/>
            </a:pPr>
            <a:r>
              <a:rPr lang="zh-CN" altLang="en-US" dirty="0">
                <a:solidFill>
                  <a:srgbClr val="0E0E0E"/>
                </a:solidFill>
                <a:effectLst/>
                <a:latin typeface=".SF NS"/>
              </a:rPr>
              <a:t>表示发起关闭句柄请求的用户是 </a:t>
            </a:r>
            <a:r>
              <a:rPr lang="en" altLang="zh-CN" dirty="0">
                <a:solidFill>
                  <a:srgbClr val="0E0E0E"/>
                </a:solidFill>
                <a:effectLst/>
                <a:latin typeface=".AppleSystemUIFontMonospaced"/>
              </a:rPr>
              <a:t>SYSTEM</a:t>
            </a:r>
            <a:r>
              <a:rPr lang="en" altLang="zh-CN" dirty="0">
                <a:solidFill>
                  <a:srgbClr val="0E0E0E"/>
                </a:solidFill>
                <a:effectLst/>
                <a:latin typeface=".SF NS"/>
              </a:rPr>
              <a:t> </a:t>
            </a:r>
            <a:r>
              <a:rPr lang="zh-CN" altLang="en-US" dirty="0">
                <a:solidFill>
                  <a:srgbClr val="0E0E0E"/>
                </a:solidFill>
                <a:effectLst/>
                <a:latin typeface=".SF NS"/>
              </a:rPr>
              <a:t>账号。</a:t>
            </a:r>
          </a:p>
          <a:p>
            <a:pPr marL="0" indent="0">
              <a:spcBef>
                <a:spcPts val="900"/>
              </a:spcBef>
              <a:buNone/>
            </a:pPr>
            <a:r>
              <a:rPr lang="en-US" altLang="zh-CN" dirty="0">
                <a:solidFill>
                  <a:srgbClr val="0E0E0E"/>
                </a:solidFill>
                <a:effectLst/>
                <a:latin typeface=".SF NS"/>
              </a:rPr>
              <a:t>• </a:t>
            </a:r>
            <a:r>
              <a:rPr lang="en" altLang="zh-CN" b="1" dirty="0">
                <a:solidFill>
                  <a:srgbClr val="0E0E0E"/>
                </a:solidFill>
                <a:effectLst/>
                <a:latin typeface=".SF NS"/>
              </a:rPr>
              <a:t>Account Name</a:t>
            </a:r>
            <a:r>
              <a:rPr lang="en" altLang="zh-CN" dirty="0">
                <a:solidFill>
                  <a:srgbClr val="0E0E0E"/>
                </a:solidFill>
                <a:effectLst/>
                <a:latin typeface=".SF NS"/>
              </a:rPr>
              <a:t>: </a:t>
            </a:r>
            <a:r>
              <a:rPr lang="en" altLang="zh-CN" dirty="0">
                <a:solidFill>
                  <a:srgbClr val="0E0E0E"/>
                </a:solidFill>
                <a:effectLst/>
                <a:latin typeface=".AppleSystemUIFontMonospaced"/>
              </a:rPr>
              <a:t>WIN-D65GVM5K5FO$</a:t>
            </a:r>
          </a:p>
          <a:p>
            <a:pPr marL="0" indent="0">
              <a:spcBef>
                <a:spcPts val="900"/>
              </a:spcBef>
              <a:buNone/>
            </a:pPr>
            <a:r>
              <a:rPr lang="zh-CN" altLang="en-US" dirty="0">
                <a:solidFill>
                  <a:srgbClr val="0E0E0E"/>
                </a:solidFill>
                <a:effectLst/>
                <a:latin typeface=".SF NS"/>
              </a:rPr>
              <a:t>表示操作由计算机账户发起，后缀 </a:t>
            </a:r>
            <a:r>
              <a:rPr lang="en-US" altLang="zh-CN" dirty="0">
                <a:solidFill>
                  <a:srgbClr val="0E0E0E"/>
                </a:solidFill>
                <a:effectLst/>
                <a:latin typeface=".AppleSystemUIFontMonospaced"/>
              </a:rPr>
              <a:t>$</a:t>
            </a:r>
            <a:r>
              <a:rPr lang="zh-CN" altLang="en-US" dirty="0">
                <a:solidFill>
                  <a:srgbClr val="0E0E0E"/>
                </a:solidFill>
                <a:effectLst/>
                <a:latin typeface=".SF NS"/>
              </a:rPr>
              <a:t> 表示这是一个计算机账户。</a:t>
            </a:r>
          </a:p>
          <a:p>
            <a:pPr marL="0" indent="0">
              <a:spcBef>
                <a:spcPts val="900"/>
              </a:spcBef>
              <a:buNone/>
            </a:pPr>
            <a:r>
              <a:rPr lang="en-US" altLang="zh-CN" dirty="0">
                <a:solidFill>
                  <a:srgbClr val="0E0E0E"/>
                </a:solidFill>
                <a:effectLst/>
                <a:latin typeface=".SF NS"/>
              </a:rPr>
              <a:t>• </a:t>
            </a:r>
            <a:r>
              <a:rPr lang="en" altLang="zh-CN" b="1" dirty="0">
                <a:solidFill>
                  <a:srgbClr val="0E0E0E"/>
                </a:solidFill>
                <a:effectLst/>
                <a:latin typeface=".SF NS"/>
              </a:rPr>
              <a:t>Account Domain</a:t>
            </a:r>
            <a:r>
              <a:rPr lang="en" altLang="zh-CN" dirty="0">
                <a:solidFill>
                  <a:srgbClr val="0E0E0E"/>
                </a:solidFill>
                <a:effectLst/>
                <a:latin typeface=".SF NS"/>
              </a:rPr>
              <a:t>: </a:t>
            </a:r>
            <a:r>
              <a:rPr lang="en" altLang="zh-CN" dirty="0">
                <a:solidFill>
                  <a:srgbClr val="0E0E0E"/>
                </a:solidFill>
                <a:effectLst/>
                <a:latin typeface=".AppleSystemUIFontMonospaced"/>
              </a:rPr>
              <a:t>WORKGROUP</a:t>
            </a:r>
            <a:endParaRPr lang="en" altLang="zh-CN" dirty="0">
              <a:solidFill>
                <a:srgbClr val="0E0E0E"/>
              </a:solidFill>
              <a:effectLst/>
              <a:latin typeface=".SF NS"/>
            </a:endParaRPr>
          </a:p>
          <a:p>
            <a:pPr marL="0" indent="0">
              <a:spcBef>
                <a:spcPts val="900"/>
              </a:spcBef>
              <a:buNone/>
            </a:pPr>
            <a:r>
              <a:rPr lang="zh-CN" altLang="en-US" dirty="0">
                <a:solidFill>
                  <a:srgbClr val="0E0E0E"/>
                </a:solidFill>
                <a:effectLst/>
                <a:latin typeface=".SF NS"/>
              </a:rPr>
              <a:t>该账户属于工作组。</a:t>
            </a:r>
          </a:p>
          <a:p>
            <a:pPr marL="0" indent="0">
              <a:spcBef>
                <a:spcPts val="900"/>
              </a:spcBef>
              <a:buNone/>
            </a:pPr>
            <a:r>
              <a:rPr lang="en-US" altLang="zh-CN" dirty="0">
                <a:solidFill>
                  <a:srgbClr val="0E0E0E"/>
                </a:solidFill>
                <a:effectLst/>
                <a:latin typeface=".SF NS"/>
              </a:rPr>
              <a:t>• </a:t>
            </a:r>
            <a:r>
              <a:rPr lang="en" altLang="zh-CN" b="1" dirty="0">
                <a:solidFill>
                  <a:srgbClr val="0E0E0E"/>
                </a:solidFill>
                <a:effectLst/>
                <a:latin typeface=".SF NS"/>
              </a:rPr>
              <a:t>Logon ID</a:t>
            </a:r>
            <a:r>
              <a:rPr lang="en" altLang="zh-CN" dirty="0">
                <a:solidFill>
                  <a:srgbClr val="0E0E0E"/>
                </a:solidFill>
                <a:effectLst/>
                <a:latin typeface=".SF NS"/>
              </a:rPr>
              <a:t>: </a:t>
            </a:r>
            <a:r>
              <a:rPr lang="en" altLang="zh-CN" dirty="0">
                <a:solidFill>
                  <a:srgbClr val="0E0E0E"/>
                </a:solidFill>
                <a:effectLst/>
                <a:latin typeface=".AppleSystemUIFontMonospaced"/>
              </a:rPr>
              <a:t>0x3e7</a:t>
            </a:r>
            <a:endParaRPr lang="en" altLang="zh-CN" dirty="0">
              <a:solidFill>
                <a:srgbClr val="0E0E0E"/>
              </a:solidFill>
              <a:effectLst/>
              <a:latin typeface=".SF NS"/>
            </a:endParaRPr>
          </a:p>
          <a:p>
            <a:pPr marL="0" indent="0">
              <a:spcBef>
                <a:spcPts val="900"/>
              </a:spcBef>
              <a:buNone/>
            </a:pPr>
            <a:r>
              <a:rPr lang="zh-CN" altLang="en-US" dirty="0">
                <a:solidFill>
                  <a:srgbClr val="0E0E0E"/>
                </a:solidFill>
                <a:effectLst/>
                <a:latin typeface=".SF NS"/>
              </a:rPr>
              <a:t>表示本地系统登录会话。</a:t>
            </a:r>
          </a:p>
        </p:txBody>
      </p:sp>
    </p:spTree>
    <p:extLst>
      <p:ext uri="{BB962C8B-B14F-4D97-AF65-F5344CB8AC3E}">
        <p14:creationId xmlns:p14="http://schemas.microsoft.com/office/powerpoint/2010/main" val="4123555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30BC0A-746E-B5E6-2984-0B128B2350C5}"/>
              </a:ext>
            </a:extLst>
          </p:cNvPr>
          <p:cNvSpPr>
            <a:spLocks noGrp="1"/>
          </p:cNvSpPr>
          <p:nvPr>
            <p:ph type="title"/>
          </p:nvPr>
        </p:nvSpPr>
        <p:spPr/>
        <p:txBody>
          <a:bodyPr/>
          <a:lstStyle/>
          <a:p>
            <a:r>
              <a:rPr lang="zh-CN" altLang="en-US" b="1" dirty="0">
                <a:solidFill>
                  <a:srgbClr val="0E0E0E"/>
                </a:solidFill>
                <a:effectLst/>
                <a:latin typeface=".SF NS"/>
              </a:rPr>
              <a:t>具体字段解析</a:t>
            </a:r>
            <a:endParaRPr kumimoji="1" lang="zh-CN" altLang="en-US" dirty="0"/>
          </a:p>
        </p:txBody>
      </p:sp>
      <p:sp>
        <p:nvSpPr>
          <p:cNvPr id="3" name="内容占位符 2">
            <a:extLst>
              <a:ext uri="{FF2B5EF4-FFF2-40B4-BE49-F238E27FC236}">
                <a16:creationId xmlns:a16="http://schemas.microsoft.com/office/drawing/2014/main" id="{F8AE6DC3-383C-B2B9-46F0-C8FFF7FD8D41}"/>
              </a:ext>
            </a:extLst>
          </p:cNvPr>
          <p:cNvSpPr>
            <a:spLocks noGrp="1"/>
          </p:cNvSpPr>
          <p:nvPr>
            <p:ph sz="half" idx="1"/>
          </p:nvPr>
        </p:nvSpPr>
        <p:spPr/>
        <p:txBody>
          <a:bodyPr>
            <a:normAutofit/>
          </a:bodyPr>
          <a:lstStyle/>
          <a:p>
            <a:pPr marL="0" indent="0">
              <a:buNone/>
            </a:pPr>
            <a:r>
              <a:rPr lang="en" altLang="zh-CN" b="0" i="0" u="none" strike="noStrike" dirty="0">
                <a:solidFill>
                  <a:srgbClr val="000000"/>
                </a:solidFill>
                <a:effectLst/>
                <a:latin typeface="Arial" panose="020B0604020202020204" pitchFamily="34" charset="0"/>
              </a:rPr>
              <a:t>Object:</a:t>
            </a:r>
          </a:p>
          <a:p>
            <a:pPr marL="0" indent="0">
              <a:buNone/>
            </a:pPr>
            <a:r>
              <a:rPr lang="zh-CN" altLang="en-US" dirty="0">
                <a:solidFill>
                  <a:srgbClr val="000000"/>
                </a:solidFill>
                <a:latin typeface="Arial" panose="020B0604020202020204" pitchFamily="34" charset="0"/>
              </a:rPr>
              <a:t>    </a:t>
            </a:r>
            <a:r>
              <a:rPr lang="en" altLang="zh-CN" b="0" i="0" u="none" strike="noStrike" dirty="0">
                <a:solidFill>
                  <a:srgbClr val="000000"/>
                </a:solidFill>
                <a:effectLst/>
                <a:latin typeface="Arial" panose="020B0604020202020204" pitchFamily="34" charset="0"/>
              </a:rPr>
              <a:t>Object Server:</a:t>
            </a:r>
            <a:r>
              <a:rPr lang="zh-CN" altLang="en-US" b="0" i="0" u="none" strike="noStrike" dirty="0">
                <a:solidFill>
                  <a:srgbClr val="000000"/>
                </a:solidFill>
                <a:effectLst/>
                <a:latin typeface="Arial" panose="020B0604020202020204" pitchFamily="34" charset="0"/>
              </a:rPr>
              <a:t> </a:t>
            </a:r>
            <a:r>
              <a:rPr lang="en" altLang="zh-CN" b="0" i="0" u="none" strike="noStrike" dirty="0">
                <a:solidFill>
                  <a:srgbClr val="000000"/>
                </a:solidFill>
                <a:effectLst/>
                <a:latin typeface="Arial" panose="020B0604020202020204" pitchFamily="34" charset="0"/>
              </a:rPr>
              <a:t>Security</a:t>
            </a:r>
          </a:p>
          <a:p>
            <a:pPr marL="0" indent="0">
              <a:buNone/>
            </a:pPr>
            <a:r>
              <a:rPr lang="zh-CN" altLang="en-US" dirty="0">
                <a:solidFill>
                  <a:srgbClr val="000000"/>
                </a:solidFill>
                <a:latin typeface="Arial" panose="020B0604020202020204" pitchFamily="34" charset="0"/>
              </a:rPr>
              <a:t>    </a:t>
            </a:r>
            <a:r>
              <a:rPr lang="en" altLang="zh-CN" b="0" i="0" u="none" strike="noStrike" dirty="0">
                <a:solidFill>
                  <a:srgbClr val="000000"/>
                </a:solidFill>
                <a:effectLst/>
                <a:latin typeface="Arial" panose="020B0604020202020204" pitchFamily="34" charset="0"/>
              </a:rPr>
              <a:t>Handle ID:</a:t>
            </a:r>
            <a:r>
              <a:rPr lang="zh-CN" altLang="en-US" b="0" i="0" u="none" strike="noStrike" dirty="0">
                <a:solidFill>
                  <a:srgbClr val="000000"/>
                </a:solidFill>
                <a:effectLst/>
                <a:latin typeface="Arial" panose="020B0604020202020204" pitchFamily="34" charset="0"/>
              </a:rPr>
              <a:t> </a:t>
            </a:r>
            <a:r>
              <a:rPr lang="en" altLang="zh-CN" b="0" i="0" u="none" strike="noStrike" dirty="0">
                <a:solidFill>
                  <a:srgbClr val="000000"/>
                </a:solidFill>
                <a:effectLst/>
                <a:latin typeface="Arial" panose="020B0604020202020204" pitchFamily="34" charset="0"/>
              </a:rPr>
              <a:t>0x70</a:t>
            </a:r>
          </a:p>
        </p:txBody>
      </p:sp>
      <p:sp>
        <p:nvSpPr>
          <p:cNvPr id="4" name="内容占位符 3">
            <a:extLst>
              <a:ext uri="{FF2B5EF4-FFF2-40B4-BE49-F238E27FC236}">
                <a16:creationId xmlns:a16="http://schemas.microsoft.com/office/drawing/2014/main" id="{0E8A037E-1DB9-738C-579F-B76D8235FBB6}"/>
              </a:ext>
            </a:extLst>
          </p:cNvPr>
          <p:cNvSpPr>
            <a:spLocks noGrp="1"/>
          </p:cNvSpPr>
          <p:nvPr>
            <p:ph sz="half" idx="2"/>
          </p:nvPr>
        </p:nvSpPr>
        <p:spPr/>
        <p:txBody>
          <a:bodyPr>
            <a:normAutofit/>
          </a:bodyPr>
          <a:lstStyle/>
          <a:p>
            <a:pPr marL="0" indent="0">
              <a:buNone/>
            </a:pPr>
            <a:r>
              <a:rPr lang="en" altLang="zh-CN" b="1" dirty="0">
                <a:solidFill>
                  <a:srgbClr val="0E0E0E"/>
                </a:solidFill>
                <a:effectLst/>
                <a:latin typeface=".SF NS"/>
              </a:rPr>
              <a:t>Object (</a:t>
            </a:r>
            <a:r>
              <a:rPr lang="zh-CN" altLang="en-US" b="1" dirty="0">
                <a:solidFill>
                  <a:srgbClr val="0E0E0E"/>
                </a:solidFill>
                <a:effectLst/>
                <a:latin typeface=".SF NS"/>
              </a:rPr>
              <a:t>目标对象信息</a:t>
            </a:r>
            <a:r>
              <a:rPr lang="en-US" altLang="zh-CN" b="1" dirty="0">
                <a:solidFill>
                  <a:srgbClr val="0E0E0E"/>
                </a:solidFill>
                <a:effectLst/>
                <a:latin typeface=".SF NS"/>
              </a:rPr>
              <a:t>)</a:t>
            </a:r>
            <a:endParaRPr lang="zh-CN" altLang="en-US" dirty="0">
              <a:solidFill>
                <a:srgbClr val="0E0E0E"/>
              </a:solidFill>
              <a:effectLst/>
              <a:latin typeface=".SF NS"/>
            </a:endParaRPr>
          </a:p>
          <a:p>
            <a:pPr marL="0" indent="0">
              <a:spcBef>
                <a:spcPts val="900"/>
              </a:spcBef>
              <a:buNone/>
            </a:pPr>
            <a:r>
              <a:rPr lang="en-US" altLang="zh-CN" dirty="0">
                <a:solidFill>
                  <a:srgbClr val="0E0E0E"/>
                </a:solidFill>
                <a:effectLst/>
                <a:latin typeface=".SF NS"/>
              </a:rPr>
              <a:t>• </a:t>
            </a:r>
            <a:r>
              <a:rPr lang="en" altLang="zh-CN" b="1" dirty="0">
                <a:solidFill>
                  <a:srgbClr val="0E0E0E"/>
                </a:solidFill>
                <a:effectLst/>
                <a:latin typeface=".SF NS"/>
              </a:rPr>
              <a:t>Object Server</a:t>
            </a:r>
            <a:r>
              <a:rPr lang="en" altLang="zh-CN" dirty="0">
                <a:solidFill>
                  <a:srgbClr val="0E0E0E"/>
                </a:solidFill>
                <a:effectLst/>
                <a:latin typeface=".SF NS"/>
              </a:rPr>
              <a:t>: </a:t>
            </a:r>
            <a:r>
              <a:rPr lang="en" altLang="zh-CN" dirty="0">
                <a:solidFill>
                  <a:srgbClr val="0E0E0E"/>
                </a:solidFill>
                <a:effectLst/>
                <a:latin typeface=".AppleSystemUIFontMonospaced"/>
              </a:rPr>
              <a:t>Security</a:t>
            </a:r>
            <a:endParaRPr lang="en" altLang="zh-CN" dirty="0">
              <a:solidFill>
                <a:srgbClr val="0E0E0E"/>
              </a:solidFill>
              <a:effectLst/>
              <a:latin typeface=".SF NS"/>
            </a:endParaRPr>
          </a:p>
          <a:p>
            <a:pPr marL="0" indent="0">
              <a:spcBef>
                <a:spcPts val="900"/>
              </a:spcBef>
              <a:buNone/>
            </a:pPr>
            <a:r>
              <a:rPr lang="zh-CN" altLang="en-US" dirty="0">
                <a:solidFill>
                  <a:srgbClr val="0E0E0E"/>
                </a:solidFill>
                <a:effectLst/>
                <a:latin typeface=".SF NS"/>
              </a:rPr>
              <a:t>与安全子系统相关。</a:t>
            </a:r>
          </a:p>
          <a:p>
            <a:pPr marL="0" indent="0">
              <a:spcBef>
                <a:spcPts val="900"/>
              </a:spcBef>
              <a:buNone/>
            </a:pPr>
            <a:r>
              <a:rPr lang="en-US" altLang="zh-CN" dirty="0">
                <a:solidFill>
                  <a:srgbClr val="0E0E0E"/>
                </a:solidFill>
                <a:effectLst/>
                <a:latin typeface=".SF NS"/>
              </a:rPr>
              <a:t>• </a:t>
            </a:r>
            <a:r>
              <a:rPr lang="en" altLang="zh-CN" b="1" dirty="0">
                <a:solidFill>
                  <a:srgbClr val="0E0E0E"/>
                </a:solidFill>
                <a:effectLst/>
                <a:latin typeface=".SF NS"/>
              </a:rPr>
              <a:t>Handle ID</a:t>
            </a:r>
            <a:r>
              <a:rPr lang="en" altLang="zh-CN" dirty="0">
                <a:solidFill>
                  <a:srgbClr val="0E0E0E"/>
                </a:solidFill>
                <a:effectLst/>
                <a:latin typeface=".SF NS"/>
              </a:rPr>
              <a:t>: </a:t>
            </a:r>
            <a:r>
              <a:rPr lang="en" altLang="zh-CN" dirty="0">
                <a:solidFill>
                  <a:srgbClr val="0E0E0E"/>
                </a:solidFill>
                <a:effectLst/>
                <a:latin typeface=".AppleSystemUIFontMonospaced"/>
              </a:rPr>
              <a:t>0x70</a:t>
            </a:r>
            <a:endParaRPr lang="en" altLang="zh-CN" dirty="0">
              <a:solidFill>
                <a:srgbClr val="0E0E0E"/>
              </a:solidFill>
              <a:effectLst/>
              <a:latin typeface=".SF NS"/>
            </a:endParaRPr>
          </a:p>
          <a:p>
            <a:pPr marL="0" indent="0">
              <a:spcBef>
                <a:spcPts val="900"/>
              </a:spcBef>
              <a:buNone/>
            </a:pPr>
            <a:r>
              <a:rPr lang="zh-CN" altLang="en-US" dirty="0">
                <a:solidFill>
                  <a:srgbClr val="0E0E0E"/>
                </a:solidFill>
                <a:effectLst/>
                <a:latin typeface=".SF NS"/>
              </a:rPr>
              <a:t>标识被关闭的句柄。可以通过这个 </a:t>
            </a:r>
            <a:r>
              <a:rPr lang="en" altLang="zh-CN" dirty="0">
                <a:solidFill>
                  <a:srgbClr val="0E0E0E"/>
                </a:solidFill>
                <a:effectLst/>
                <a:latin typeface=".SF NS"/>
              </a:rPr>
              <a:t>ID </a:t>
            </a:r>
            <a:r>
              <a:rPr lang="zh-CN" altLang="en-US" dirty="0">
                <a:solidFill>
                  <a:srgbClr val="0E0E0E"/>
                </a:solidFill>
                <a:effectLst/>
                <a:latin typeface=".SF NS"/>
              </a:rPr>
              <a:t>追踪到与此句柄相关的创建和操作日志（如对应的 </a:t>
            </a:r>
            <a:r>
              <a:rPr lang="en-US" altLang="zh-CN" b="1" dirty="0">
                <a:solidFill>
                  <a:srgbClr val="0E0E0E"/>
                </a:solidFill>
                <a:effectLst/>
                <a:latin typeface=".SF NS"/>
              </a:rPr>
              <a:t>4656</a:t>
            </a:r>
            <a:r>
              <a:rPr lang="zh-CN" altLang="en-US" dirty="0">
                <a:solidFill>
                  <a:srgbClr val="0E0E0E"/>
                </a:solidFill>
                <a:effectLst/>
                <a:latin typeface=".SF NS"/>
              </a:rPr>
              <a:t> 和 </a:t>
            </a:r>
            <a:r>
              <a:rPr lang="en-US" altLang="zh-CN" b="1" dirty="0">
                <a:solidFill>
                  <a:srgbClr val="0E0E0E"/>
                </a:solidFill>
                <a:effectLst/>
                <a:latin typeface=".SF NS"/>
              </a:rPr>
              <a:t>4663</a:t>
            </a:r>
            <a:r>
              <a:rPr lang="zh-CN" altLang="en-US" dirty="0">
                <a:solidFill>
                  <a:srgbClr val="0E0E0E"/>
                </a:solidFill>
                <a:effectLst/>
                <a:latin typeface=".SF NS"/>
              </a:rPr>
              <a:t> 日志）。</a:t>
            </a:r>
          </a:p>
        </p:txBody>
      </p:sp>
    </p:spTree>
    <p:extLst>
      <p:ext uri="{BB962C8B-B14F-4D97-AF65-F5344CB8AC3E}">
        <p14:creationId xmlns:p14="http://schemas.microsoft.com/office/powerpoint/2010/main" val="7560028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17F3E8-AC10-872A-2817-3D8DA4A3623C}"/>
              </a:ext>
            </a:extLst>
          </p:cNvPr>
          <p:cNvSpPr>
            <a:spLocks noGrp="1"/>
          </p:cNvSpPr>
          <p:nvPr>
            <p:ph type="title"/>
          </p:nvPr>
        </p:nvSpPr>
        <p:spPr/>
        <p:txBody>
          <a:bodyPr/>
          <a:lstStyle/>
          <a:p>
            <a:r>
              <a:rPr lang="zh-CN" altLang="en-US" b="1" dirty="0">
                <a:solidFill>
                  <a:srgbClr val="0E0E0E"/>
                </a:solidFill>
                <a:effectLst/>
                <a:latin typeface=".SF NS"/>
              </a:rPr>
              <a:t>具体字段解析</a:t>
            </a:r>
            <a:endParaRPr kumimoji="1" lang="zh-CN" altLang="en-US" dirty="0"/>
          </a:p>
        </p:txBody>
      </p:sp>
      <p:sp>
        <p:nvSpPr>
          <p:cNvPr id="3" name="内容占位符 2">
            <a:extLst>
              <a:ext uri="{FF2B5EF4-FFF2-40B4-BE49-F238E27FC236}">
                <a16:creationId xmlns:a16="http://schemas.microsoft.com/office/drawing/2014/main" id="{9AEFC9E4-546A-5E3F-D081-6729E36C214B}"/>
              </a:ext>
            </a:extLst>
          </p:cNvPr>
          <p:cNvSpPr>
            <a:spLocks noGrp="1"/>
          </p:cNvSpPr>
          <p:nvPr>
            <p:ph sz="half" idx="1"/>
          </p:nvPr>
        </p:nvSpPr>
        <p:spPr/>
        <p:txBody>
          <a:bodyPr>
            <a:normAutofit lnSpcReduction="10000"/>
          </a:bodyPr>
          <a:lstStyle/>
          <a:p>
            <a:pPr marL="0" indent="0">
              <a:buNone/>
            </a:pPr>
            <a:r>
              <a:rPr lang="en" altLang="zh-CN" b="0" i="0" u="none" strike="noStrike" dirty="0">
                <a:solidFill>
                  <a:srgbClr val="000000"/>
                </a:solidFill>
                <a:effectLst/>
                <a:latin typeface="Arial" panose="020B0604020202020204" pitchFamily="34" charset="0"/>
              </a:rPr>
              <a:t>Process Information:</a:t>
            </a:r>
          </a:p>
          <a:p>
            <a:pPr marL="0" indent="0">
              <a:buNone/>
            </a:pPr>
            <a:r>
              <a:rPr lang="en" altLang="zh-CN" b="0" i="0" u="none" strike="noStrike" dirty="0">
                <a:solidFill>
                  <a:srgbClr val="000000"/>
                </a:solidFill>
                <a:effectLst/>
                <a:latin typeface="Arial" panose="020B0604020202020204" pitchFamily="34" charset="0"/>
              </a:rPr>
              <a:t>Process ID:</a:t>
            </a:r>
            <a:r>
              <a:rPr lang="zh-CN" altLang="en-US" dirty="0">
                <a:solidFill>
                  <a:srgbClr val="000000"/>
                </a:solidFill>
                <a:latin typeface="Arial" panose="020B0604020202020204" pitchFamily="34" charset="0"/>
              </a:rPr>
              <a:t> </a:t>
            </a:r>
            <a:r>
              <a:rPr lang="en" altLang="zh-CN" b="0" i="0" u="none" strike="noStrike" dirty="0">
                <a:solidFill>
                  <a:srgbClr val="000000"/>
                </a:solidFill>
                <a:effectLst/>
                <a:latin typeface="Arial" panose="020B0604020202020204" pitchFamily="34" charset="0"/>
              </a:rPr>
              <a:t>0xb6c</a:t>
            </a:r>
          </a:p>
          <a:p>
            <a:pPr marL="0" indent="0">
              <a:buNone/>
            </a:pPr>
            <a:r>
              <a:rPr lang="en" altLang="zh-CN" b="0" i="0" u="none" strike="noStrike" dirty="0">
                <a:solidFill>
                  <a:srgbClr val="000000"/>
                </a:solidFill>
                <a:effectLst/>
                <a:latin typeface="Arial" panose="020B0604020202020204" pitchFamily="34" charset="0"/>
              </a:rPr>
              <a:t>Process Name:</a:t>
            </a:r>
            <a:r>
              <a:rPr lang="zh-CN" altLang="en-US" dirty="0">
                <a:solidFill>
                  <a:srgbClr val="000000"/>
                </a:solidFill>
                <a:latin typeface="Arial" panose="020B0604020202020204" pitchFamily="34" charset="0"/>
              </a:rPr>
              <a:t> </a:t>
            </a:r>
            <a:r>
              <a:rPr lang="en" altLang="zh-CN" b="0" i="0" u="none" strike="noStrike" dirty="0">
                <a:solidFill>
                  <a:srgbClr val="000000"/>
                </a:solidFill>
                <a:effectLst/>
                <a:latin typeface="Arial" panose="020B0604020202020204" pitchFamily="34" charset="0"/>
              </a:rPr>
              <a:t>C:\Windows\System32\</a:t>
            </a:r>
            <a:r>
              <a:rPr lang="en" altLang="zh-CN" b="0" i="0" u="none" strike="noStrike" dirty="0" err="1">
                <a:solidFill>
                  <a:srgbClr val="000000"/>
                </a:solidFill>
                <a:effectLst/>
                <a:latin typeface="Arial" panose="020B0604020202020204" pitchFamily="34" charset="0"/>
              </a:rPr>
              <a:t>SearchFilterHost.exe</a:t>
            </a:r>
            <a:r>
              <a:rPr lang="en" altLang="zh-CN" b="0" i="0" u="none" strike="noStrike" dirty="0">
                <a:solidFill>
                  <a:srgbClr val="000000"/>
                </a:solidFill>
                <a:effectLst/>
                <a:latin typeface="Arial" panose="020B0604020202020204" pitchFamily="34" charset="0"/>
              </a:rPr>
              <a:t>"</a:t>
            </a:r>
            <a:endParaRPr lang="zh-CN" altLang="en-US" dirty="0"/>
          </a:p>
        </p:txBody>
      </p:sp>
      <p:sp>
        <p:nvSpPr>
          <p:cNvPr id="4" name="内容占位符 3">
            <a:extLst>
              <a:ext uri="{FF2B5EF4-FFF2-40B4-BE49-F238E27FC236}">
                <a16:creationId xmlns:a16="http://schemas.microsoft.com/office/drawing/2014/main" id="{26DF9C04-3F2F-839E-048C-B0F122962985}"/>
              </a:ext>
            </a:extLst>
          </p:cNvPr>
          <p:cNvSpPr>
            <a:spLocks noGrp="1"/>
          </p:cNvSpPr>
          <p:nvPr>
            <p:ph sz="half" idx="2"/>
          </p:nvPr>
        </p:nvSpPr>
        <p:spPr/>
        <p:txBody>
          <a:bodyPr>
            <a:normAutofit lnSpcReduction="10000"/>
          </a:bodyPr>
          <a:lstStyle/>
          <a:p>
            <a:pPr marL="0" indent="0">
              <a:buNone/>
            </a:pPr>
            <a:r>
              <a:rPr lang="en" altLang="zh-CN" b="1" dirty="0">
                <a:solidFill>
                  <a:srgbClr val="0E0E0E"/>
                </a:solidFill>
                <a:effectLst/>
                <a:latin typeface=".SF NS"/>
              </a:rPr>
              <a:t>Process Information (</a:t>
            </a:r>
            <a:r>
              <a:rPr lang="zh-CN" altLang="en-US" b="1" dirty="0">
                <a:solidFill>
                  <a:srgbClr val="0E0E0E"/>
                </a:solidFill>
                <a:effectLst/>
                <a:latin typeface=".SF NS"/>
              </a:rPr>
              <a:t>进程信息</a:t>
            </a:r>
            <a:r>
              <a:rPr lang="en-US" altLang="zh-CN" b="1" dirty="0">
                <a:solidFill>
                  <a:srgbClr val="0E0E0E"/>
                </a:solidFill>
                <a:effectLst/>
                <a:latin typeface=".SF NS"/>
              </a:rPr>
              <a:t>)</a:t>
            </a:r>
            <a:endParaRPr lang="zh-CN" altLang="en-US" dirty="0">
              <a:solidFill>
                <a:srgbClr val="0E0E0E"/>
              </a:solidFill>
              <a:effectLst/>
              <a:latin typeface=".SF NS"/>
            </a:endParaRPr>
          </a:p>
          <a:p>
            <a:pPr marL="0" indent="0">
              <a:spcBef>
                <a:spcPts val="900"/>
              </a:spcBef>
              <a:buNone/>
            </a:pPr>
            <a:r>
              <a:rPr lang="en-US" altLang="zh-CN" dirty="0">
                <a:solidFill>
                  <a:srgbClr val="0E0E0E"/>
                </a:solidFill>
                <a:effectLst/>
                <a:latin typeface=".SF NS"/>
              </a:rPr>
              <a:t>• </a:t>
            </a:r>
            <a:r>
              <a:rPr lang="en" altLang="zh-CN" b="1" dirty="0">
                <a:solidFill>
                  <a:srgbClr val="0E0E0E"/>
                </a:solidFill>
                <a:effectLst/>
                <a:latin typeface=".SF NS"/>
              </a:rPr>
              <a:t>Process ID</a:t>
            </a:r>
            <a:r>
              <a:rPr lang="en" altLang="zh-CN" dirty="0">
                <a:solidFill>
                  <a:srgbClr val="0E0E0E"/>
                </a:solidFill>
                <a:effectLst/>
                <a:latin typeface=".SF NS"/>
              </a:rPr>
              <a:t>: </a:t>
            </a:r>
            <a:r>
              <a:rPr lang="en" altLang="zh-CN" dirty="0">
                <a:solidFill>
                  <a:srgbClr val="0E0E0E"/>
                </a:solidFill>
                <a:effectLst/>
                <a:latin typeface=".AppleSystemUIFontMonospaced"/>
              </a:rPr>
              <a:t>0xb6c</a:t>
            </a:r>
            <a:endParaRPr lang="en" altLang="zh-CN" dirty="0">
              <a:solidFill>
                <a:srgbClr val="0E0E0E"/>
              </a:solidFill>
              <a:effectLst/>
              <a:latin typeface=".SF NS"/>
            </a:endParaRPr>
          </a:p>
          <a:p>
            <a:pPr marL="0" indent="0">
              <a:spcBef>
                <a:spcPts val="900"/>
              </a:spcBef>
              <a:buNone/>
            </a:pPr>
            <a:r>
              <a:rPr lang="zh-CN" altLang="en-US" dirty="0">
                <a:solidFill>
                  <a:srgbClr val="0E0E0E"/>
                </a:solidFill>
                <a:effectLst/>
                <a:latin typeface=".SF NS"/>
              </a:rPr>
              <a:t>关闭句柄的进程 </a:t>
            </a:r>
            <a:r>
              <a:rPr lang="en" altLang="zh-CN" dirty="0">
                <a:solidFill>
                  <a:srgbClr val="0E0E0E"/>
                </a:solidFill>
                <a:effectLst/>
                <a:latin typeface=".SF NS"/>
              </a:rPr>
              <a:t>ID</a:t>
            </a:r>
            <a:r>
              <a:rPr lang="zh-CN" altLang="en" dirty="0">
                <a:solidFill>
                  <a:srgbClr val="0E0E0E"/>
                </a:solidFill>
                <a:effectLst/>
                <a:latin typeface=".SF NS"/>
              </a:rPr>
              <a:t>。</a:t>
            </a:r>
          </a:p>
          <a:p>
            <a:pPr marL="0" indent="0">
              <a:spcBef>
                <a:spcPts val="900"/>
              </a:spcBef>
              <a:buNone/>
            </a:pPr>
            <a:r>
              <a:rPr lang="en" altLang="zh-CN" dirty="0">
                <a:solidFill>
                  <a:srgbClr val="0E0E0E"/>
                </a:solidFill>
                <a:effectLst/>
                <a:latin typeface=".SF NS"/>
              </a:rPr>
              <a:t>• </a:t>
            </a:r>
            <a:r>
              <a:rPr lang="en" altLang="zh-CN" b="1" dirty="0">
                <a:solidFill>
                  <a:srgbClr val="0E0E0E"/>
                </a:solidFill>
                <a:effectLst/>
                <a:latin typeface=".SF NS"/>
              </a:rPr>
              <a:t>Process Name</a:t>
            </a:r>
            <a:r>
              <a:rPr lang="en" altLang="zh-CN" dirty="0">
                <a:solidFill>
                  <a:srgbClr val="0E0E0E"/>
                </a:solidFill>
                <a:effectLst/>
                <a:latin typeface=".SF NS"/>
              </a:rPr>
              <a:t>: </a:t>
            </a:r>
            <a:r>
              <a:rPr lang="en" altLang="zh-CN" dirty="0">
                <a:solidFill>
                  <a:srgbClr val="0E0E0E"/>
                </a:solidFill>
                <a:effectLst/>
                <a:latin typeface=".AppleSystemUIFontMonospaced"/>
              </a:rPr>
              <a:t>C:\Windows\System32\</a:t>
            </a:r>
            <a:r>
              <a:rPr lang="en" altLang="zh-CN" dirty="0" err="1">
                <a:solidFill>
                  <a:srgbClr val="0E0E0E"/>
                </a:solidFill>
                <a:effectLst/>
                <a:latin typeface=".AppleSystemUIFontMonospaced"/>
              </a:rPr>
              <a:t>SearchFilterHost.exe</a:t>
            </a:r>
            <a:endParaRPr lang="en" altLang="zh-CN" dirty="0">
              <a:solidFill>
                <a:srgbClr val="0E0E0E"/>
              </a:solidFill>
              <a:effectLst/>
              <a:latin typeface=".AppleSystemUIFontMonospaced"/>
            </a:endParaRPr>
          </a:p>
          <a:p>
            <a:pPr marL="0" indent="0">
              <a:spcBef>
                <a:spcPts val="900"/>
              </a:spcBef>
              <a:buNone/>
            </a:pPr>
            <a:r>
              <a:rPr lang="zh-CN" altLang="en-US" dirty="0">
                <a:solidFill>
                  <a:srgbClr val="0E0E0E"/>
                </a:solidFill>
                <a:effectLst/>
                <a:latin typeface=".SF NS"/>
              </a:rPr>
              <a:t>表示执行操作的进程是 </a:t>
            </a:r>
            <a:r>
              <a:rPr lang="en" altLang="zh-CN" dirty="0" err="1">
                <a:solidFill>
                  <a:srgbClr val="0E0E0E"/>
                </a:solidFill>
                <a:effectLst/>
                <a:latin typeface=".AppleSystemUIFontMonospaced"/>
              </a:rPr>
              <a:t>SearchFilterHost.exe</a:t>
            </a:r>
            <a:r>
              <a:rPr lang="zh-CN" altLang="en" dirty="0">
                <a:solidFill>
                  <a:srgbClr val="0E0E0E"/>
                </a:solidFill>
                <a:effectLst/>
                <a:latin typeface=".SF NS"/>
              </a:rPr>
              <a:t>，</a:t>
            </a:r>
            <a:r>
              <a:rPr lang="zh-CN" altLang="en-US" dirty="0">
                <a:solidFill>
                  <a:srgbClr val="0E0E0E"/>
                </a:solidFill>
                <a:effectLst/>
                <a:latin typeface=".SF NS"/>
              </a:rPr>
              <a:t>这是 </a:t>
            </a:r>
            <a:r>
              <a:rPr lang="en" altLang="zh-CN" dirty="0">
                <a:solidFill>
                  <a:srgbClr val="0E0E0E"/>
                </a:solidFill>
                <a:effectLst/>
                <a:latin typeface=".SF NS"/>
              </a:rPr>
              <a:t>Windows </a:t>
            </a:r>
            <a:r>
              <a:rPr lang="zh-CN" altLang="en-US" dirty="0">
                <a:solidFill>
                  <a:srgbClr val="0E0E0E"/>
                </a:solidFill>
                <a:effectLst/>
                <a:latin typeface=".SF NS"/>
              </a:rPr>
              <a:t>搜索索引功能的组件，用于处理内容过滤。</a:t>
            </a:r>
          </a:p>
        </p:txBody>
      </p:sp>
    </p:spTree>
    <p:extLst>
      <p:ext uri="{BB962C8B-B14F-4D97-AF65-F5344CB8AC3E}">
        <p14:creationId xmlns:p14="http://schemas.microsoft.com/office/powerpoint/2010/main" val="4172589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1EDF3ABF-EB22-F09E-3E81-51C9B7265856}"/>
              </a:ext>
            </a:extLst>
          </p:cNvPr>
          <p:cNvSpPr>
            <a:spLocks noGrp="1"/>
          </p:cNvSpPr>
          <p:nvPr>
            <p:ph type="title"/>
          </p:nvPr>
        </p:nvSpPr>
        <p:spPr/>
        <p:txBody>
          <a:bodyPr>
            <a:normAutofit/>
          </a:bodyPr>
          <a:lstStyle/>
          <a:p>
            <a:r>
              <a:rPr lang="zh-CN" altLang="en-US" b="1" dirty="0">
                <a:solidFill>
                  <a:srgbClr val="0E0E0E"/>
                </a:solidFill>
                <a:effectLst/>
                <a:latin typeface=".SF NS"/>
              </a:rPr>
              <a:t>条目含义</a:t>
            </a:r>
            <a:endParaRPr lang="zh-CN" altLang="en-US" dirty="0"/>
          </a:p>
        </p:txBody>
      </p:sp>
      <p:sp>
        <p:nvSpPr>
          <p:cNvPr id="6" name="内容占位符 5">
            <a:extLst>
              <a:ext uri="{FF2B5EF4-FFF2-40B4-BE49-F238E27FC236}">
                <a16:creationId xmlns:a16="http://schemas.microsoft.com/office/drawing/2014/main" id="{961A3165-369D-C36D-57FA-F08E854283AC}"/>
              </a:ext>
            </a:extLst>
          </p:cNvPr>
          <p:cNvSpPr>
            <a:spLocks noGrp="1"/>
          </p:cNvSpPr>
          <p:nvPr>
            <p:ph idx="1"/>
          </p:nvPr>
        </p:nvSpPr>
        <p:spPr/>
        <p:txBody>
          <a:bodyPr/>
          <a:lstStyle/>
          <a:p>
            <a:pPr marL="0" indent="0">
              <a:buNone/>
            </a:pPr>
            <a:r>
              <a:rPr lang="zh-CN" altLang="en-US" dirty="0">
                <a:solidFill>
                  <a:srgbClr val="0E0E0E"/>
                </a:solidFill>
                <a:effectLst/>
                <a:latin typeface=".SF NS"/>
              </a:rPr>
              <a:t>这条日志的核心是：</a:t>
            </a:r>
          </a:p>
          <a:p>
            <a:pPr marL="0"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一个句柄（</a:t>
            </a:r>
            <a:r>
              <a:rPr lang="en-US" altLang="zh-CN" dirty="0">
                <a:solidFill>
                  <a:srgbClr val="0E0E0E"/>
                </a:solidFill>
                <a:effectLst/>
                <a:latin typeface=".AppleSystemUIFontMonospaced"/>
              </a:rPr>
              <a:t>0</a:t>
            </a:r>
            <a:r>
              <a:rPr lang="en" altLang="zh-CN" dirty="0">
                <a:solidFill>
                  <a:srgbClr val="0E0E0E"/>
                </a:solidFill>
                <a:effectLst/>
                <a:latin typeface=".AppleSystemUIFontMonospaced"/>
              </a:rPr>
              <a:t>x70</a:t>
            </a:r>
            <a:r>
              <a:rPr lang="zh-CN" altLang="en" dirty="0">
                <a:solidFill>
                  <a:srgbClr val="0E0E0E"/>
                </a:solidFill>
                <a:effectLst/>
                <a:latin typeface=".SF NS"/>
              </a:rPr>
              <a:t>）</a:t>
            </a:r>
            <a:r>
              <a:rPr lang="zh-CN" altLang="en-US" dirty="0">
                <a:solidFill>
                  <a:srgbClr val="0E0E0E"/>
                </a:solidFill>
                <a:effectLst/>
                <a:latin typeface=".SF NS"/>
              </a:rPr>
              <a:t>被 </a:t>
            </a:r>
            <a:r>
              <a:rPr lang="en" altLang="zh-CN" dirty="0" err="1">
                <a:solidFill>
                  <a:srgbClr val="0E0E0E"/>
                </a:solidFill>
                <a:effectLst/>
                <a:latin typeface=".AppleSystemUIFontMonospaced"/>
              </a:rPr>
              <a:t>SearchFilterHost.exe</a:t>
            </a:r>
            <a:r>
              <a:rPr lang="en" altLang="zh-CN" dirty="0">
                <a:solidFill>
                  <a:srgbClr val="0E0E0E"/>
                </a:solidFill>
                <a:effectLst/>
                <a:latin typeface=".SF NS"/>
              </a:rPr>
              <a:t> </a:t>
            </a:r>
            <a:r>
              <a:rPr lang="zh-CN" altLang="en-US" dirty="0">
                <a:solidFill>
                  <a:srgbClr val="0E0E0E"/>
                </a:solidFill>
                <a:effectLst/>
                <a:latin typeface=".SF NS"/>
              </a:rPr>
              <a:t>进程关闭。</a:t>
            </a:r>
            <a:endParaRPr lang="zh-CN" altLang="en-US" dirty="0">
              <a:solidFill>
                <a:srgbClr val="0E0E0E"/>
              </a:solidFill>
              <a:effectLst/>
              <a:latin typeface=".AppleSystemUIFontMonospaced"/>
            </a:endParaRPr>
          </a:p>
          <a:p>
            <a:pPr marL="0" indent="0">
              <a:spcBef>
                <a:spcPts val="900"/>
              </a:spcBef>
              <a:buNone/>
            </a:pPr>
            <a:r>
              <a:rPr lang="en-US" altLang="zh-CN" dirty="0">
                <a:solidFill>
                  <a:srgbClr val="0E0E0E"/>
                </a:solidFill>
                <a:effectLst/>
                <a:latin typeface=".SF NS"/>
              </a:rPr>
              <a:t>• </a:t>
            </a:r>
            <a:r>
              <a:rPr lang="en" altLang="zh-CN" dirty="0" err="1">
                <a:solidFill>
                  <a:srgbClr val="0E0E0E"/>
                </a:solidFill>
                <a:effectLst/>
                <a:latin typeface=".AppleSystemUIFontMonospaced"/>
              </a:rPr>
              <a:t>SearchFilterHost.exe</a:t>
            </a:r>
            <a:r>
              <a:rPr lang="en" altLang="zh-CN" dirty="0">
                <a:solidFill>
                  <a:srgbClr val="0E0E0E"/>
                </a:solidFill>
                <a:effectLst/>
                <a:latin typeface=".SF NS"/>
              </a:rPr>
              <a:t> </a:t>
            </a:r>
            <a:r>
              <a:rPr lang="zh-CN" altLang="en-US" dirty="0">
                <a:solidFill>
                  <a:srgbClr val="0E0E0E"/>
                </a:solidFill>
                <a:effectLst/>
                <a:latin typeface=".SF NS"/>
              </a:rPr>
              <a:t>是一个合法的系统进程，通常与 </a:t>
            </a:r>
            <a:r>
              <a:rPr lang="en" altLang="zh-CN" dirty="0">
                <a:solidFill>
                  <a:srgbClr val="0E0E0E"/>
                </a:solidFill>
                <a:effectLst/>
                <a:latin typeface=".SF NS"/>
              </a:rPr>
              <a:t>Windows </a:t>
            </a:r>
            <a:r>
              <a:rPr lang="zh-CN" altLang="en-US" dirty="0">
                <a:solidFill>
                  <a:srgbClr val="0E0E0E"/>
                </a:solidFill>
                <a:effectLst/>
                <a:latin typeface=".SF NS"/>
              </a:rPr>
              <a:t>搜索相关。</a:t>
            </a:r>
          </a:p>
          <a:p>
            <a:pPr marL="0" indent="0">
              <a:spcBef>
                <a:spcPts val="900"/>
              </a:spcBef>
              <a:buNone/>
            </a:pPr>
            <a:r>
              <a:rPr lang="en-US" altLang="zh-CN" dirty="0">
                <a:solidFill>
                  <a:srgbClr val="0E0E0E"/>
                </a:solidFill>
                <a:effectLst/>
                <a:latin typeface=".SF NS"/>
              </a:rPr>
              <a:t>• </a:t>
            </a:r>
            <a:r>
              <a:rPr lang="zh-CN" altLang="en-US" dirty="0">
                <a:solidFill>
                  <a:srgbClr val="0E0E0E"/>
                </a:solidFill>
                <a:effectLst/>
                <a:latin typeface=".SF NS"/>
              </a:rPr>
              <a:t>此事件通常紧跟着 </a:t>
            </a:r>
            <a:r>
              <a:rPr lang="en-US" altLang="zh-CN" b="1" dirty="0">
                <a:solidFill>
                  <a:srgbClr val="0E0E0E"/>
                </a:solidFill>
                <a:effectLst/>
                <a:latin typeface=".SF NS"/>
              </a:rPr>
              <a:t>4656</a:t>
            </a:r>
            <a:r>
              <a:rPr lang="zh-CN" altLang="en-US" dirty="0">
                <a:solidFill>
                  <a:srgbClr val="0E0E0E"/>
                </a:solidFill>
                <a:effectLst/>
                <a:latin typeface=".SF NS"/>
              </a:rPr>
              <a:t>（句柄创建）和 </a:t>
            </a:r>
            <a:r>
              <a:rPr lang="en-US" altLang="zh-CN" b="1" dirty="0">
                <a:solidFill>
                  <a:srgbClr val="0E0E0E"/>
                </a:solidFill>
                <a:effectLst/>
                <a:latin typeface=".SF NS"/>
              </a:rPr>
              <a:t>4663</a:t>
            </a:r>
            <a:r>
              <a:rPr lang="zh-CN" altLang="en-US" dirty="0">
                <a:solidFill>
                  <a:srgbClr val="0E0E0E"/>
                </a:solidFill>
                <a:effectLst/>
                <a:latin typeface=".SF NS"/>
              </a:rPr>
              <a:t>（对象操作）事件发生，标志着对象访问过程的结束。</a:t>
            </a:r>
          </a:p>
        </p:txBody>
      </p:sp>
    </p:spTree>
    <p:extLst>
      <p:ext uri="{BB962C8B-B14F-4D97-AF65-F5344CB8AC3E}">
        <p14:creationId xmlns:p14="http://schemas.microsoft.com/office/powerpoint/2010/main" val="39503565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858FE-2545-DFDE-F9C3-EE808A8D58D8}"/>
              </a:ext>
            </a:extLst>
          </p:cNvPr>
          <p:cNvSpPr>
            <a:spLocks noGrp="1"/>
          </p:cNvSpPr>
          <p:nvPr>
            <p:ph type="title"/>
          </p:nvPr>
        </p:nvSpPr>
        <p:spPr/>
        <p:txBody>
          <a:bodyPr/>
          <a:lstStyle/>
          <a:p>
            <a:r>
              <a:rPr kumimoji="1" lang="zh-CN" altLang="en-US" dirty="0"/>
              <a:t>问题</a:t>
            </a:r>
          </a:p>
        </p:txBody>
      </p:sp>
      <p:sp>
        <p:nvSpPr>
          <p:cNvPr id="3" name="内容占位符 2">
            <a:extLst>
              <a:ext uri="{FF2B5EF4-FFF2-40B4-BE49-F238E27FC236}">
                <a16:creationId xmlns:a16="http://schemas.microsoft.com/office/drawing/2014/main" id="{097CDE04-EFF4-946E-B723-CE2A9461C96C}"/>
              </a:ext>
            </a:extLst>
          </p:cNvPr>
          <p:cNvSpPr>
            <a:spLocks noGrp="1"/>
          </p:cNvSpPr>
          <p:nvPr>
            <p:ph idx="1"/>
          </p:nvPr>
        </p:nvSpPr>
        <p:spPr/>
        <p:txBody>
          <a:bodyPr/>
          <a:lstStyle/>
          <a:p>
            <a:r>
              <a:rPr kumimoji="1" lang="zh-CN" altLang="en-US" dirty="0"/>
              <a:t>日志中个别条目不包含事件四元组的内容，如何处理这些条目？</a:t>
            </a:r>
            <a:endParaRPr kumimoji="1" lang="en-US" altLang="zh-CN" dirty="0"/>
          </a:p>
          <a:p>
            <a:r>
              <a:rPr kumimoji="1" lang="zh-CN" altLang="en-US" dirty="0"/>
              <a:t>数据集内给出的攻击实体让我有些费解，并且数据量似乎严重不足，是否合理？</a:t>
            </a:r>
            <a:endParaRPr kumimoji="1" lang="en-US" altLang="zh-CN" dirty="0"/>
          </a:p>
        </p:txBody>
      </p:sp>
    </p:spTree>
    <p:extLst>
      <p:ext uri="{BB962C8B-B14F-4D97-AF65-F5344CB8AC3E}">
        <p14:creationId xmlns:p14="http://schemas.microsoft.com/office/powerpoint/2010/main" val="3280717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8218FE-33DE-5D77-0190-6A855EC03FD7}"/>
              </a:ext>
            </a:extLst>
          </p:cNvPr>
          <p:cNvSpPr>
            <a:spLocks noGrp="1"/>
          </p:cNvSpPr>
          <p:nvPr>
            <p:ph type="title"/>
          </p:nvPr>
        </p:nvSpPr>
        <p:spPr/>
        <p:txBody>
          <a:bodyPr/>
          <a:lstStyle/>
          <a:p>
            <a:r>
              <a:rPr kumimoji="1" lang="zh-CN" altLang="en-US" dirty="0"/>
              <a:t>想法</a:t>
            </a:r>
          </a:p>
        </p:txBody>
      </p:sp>
      <p:sp>
        <p:nvSpPr>
          <p:cNvPr id="3" name="内容占位符 2">
            <a:extLst>
              <a:ext uri="{FF2B5EF4-FFF2-40B4-BE49-F238E27FC236}">
                <a16:creationId xmlns:a16="http://schemas.microsoft.com/office/drawing/2014/main" id="{D42F85E1-27B6-02EB-05AC-1864FD8E5961}"/>
              </a:ext>
            </a:extLst>
          </p:cNvPr>
          <p:cNvSpPr>
            <a:spLocks noGrp="1"/>
          </p:cNvSpPr>
          <p:nvPr>
            <p:ph idx="1"/>
          </p:nvPr>
        </p:nvSpPr>
        <p:spPr/>
        <p:txBody>
          <a:bodyPr/>
          <a:lstStyle/>
          <a:p>
            <a:r>
              <a:rPr kumimoji="1" lang="zh-CN" altLang="en-US" dirty="0"/>
              <a:t>关于数据来源，我们先用这个已经收集好的数据集，后续我们是不是可以去了解一下近期比较新的漏洞，然后再设计模拟，并自行采集数据。</a:t>
            </a:r>
          </a:p>
        </p:txBody>
      </p:sp>
    </p:spTree>
    <p:extLst>
      <p:ext uri="{BB962C8B-B14F-4D97-AF65-F5344CB8AC3E}">
        <p14:creationId xmlns:p14="http://schemas.microsoft.com/office/powerpoint/2010/main" val="208235978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210</TotalTime>
  <Words>1742</Words>
  <Application>Microsoft Macintosh PowerPoint</Application>
  <PresentationFormat>宽屏</PresentationFormat>
  <Paragraphs>150</Paragraphs>
  <Slides>15</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15</vt:i4>
      </vt:variant>
    </vt:vector>
  </HeadingPairs>
  <TitlesOfParts>
    <vt:vector size="23" baseType="lpstr">
      <vt:lpstr>.AppleSystemUIFontMonospaced</vt:lpstr>
      <vt:lpstr>.SF NS</vt:lpstr>
      <vt:lpstr>等线</vt:lpstr>
      <vt:lpstr>等线 Light</vt:lpstr>
      <vt:lpstr>Arial</vt:lpstr>
      <vt:lpstr>Menlo</vt:lpstr>
      <vt:lpstr>Times New Roman</vt:lpstr>
      <vt:lpstr>Office 主题​​</vt:lpstr>
      <vt:lpstr>数据集内容及处理过程中的问题</vt:lpstr>
      <vt:lpstr>数据集来源及组成</vt:lpstr>
      <vt:lpstr>数据集内容</vt:lpstr>
      <vt:lpstr>第一行内容的含义</vt:lpstr>
      <vt:lpstr>第二行的含义</vt:lpstr>
      <vt:lpstr>数据集内容</vt:lpstr>
      <vt:lpstr>浏览器事件日志中包含的信息会根据事件的类型和记录级别（如 Debug、Info、Warning、Error）有所不同</vt:lpstr>
      <vt:lpstr>数据集内容</vt:lpstr>
      <vt:lpstr>事件基本信息</vt:lpstr>
      <vt:lpstr>具体字段解析</vt:lpstr>
      <vt:lpstr>具体字段解析</vt:lpstr>
      <vt:lpstr>具体字段解析</vt:lpstr>
      <vt:lpstr>条目含义</vt:lpstr>
      <vt:lpstr>问题</vt:lpstr>
      <vt:lpstr>想法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LiWen Xiao</dc:creator>
  <cp:lastModifiedBy>LiWen Xiao</cp:lastModifiedBy>
  <cp:revision>5</cp:revision>
  <dcterms:created xsi:type="dcterms:W3CDTF">2024-11-18T00:23:35Z</dcterms:created>
  <dcterms:modified xsi:type="dcterms:W3CDTF">2024-11-18T08:02:20Z</dcterms:modified>
</cp:coreProperties>
</file>